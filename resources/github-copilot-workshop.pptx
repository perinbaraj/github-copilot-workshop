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9"/>
  </p:notesMasterIdLst>
  <p:sldIdLst>
    <p:sldId id="651" r:id="rId5"/>
    <p:sldId id="652" r:id="rId6"/>
    <p:sldId id="653" r:id="rId7"/>
    <p:sldId id="657" r:id="rId8"/>
    <p:sldId id="658" r:id="rId9"/>
    <p:sldId id="659" r:id="rId10"/>
    <p:sldId id="660" r:id="rId11"/>
    <p:sldId id="661" r:id="rId12"/>
    <p:sldId id="662" r:id="rId13"/>
    <p:sldId id="663" r:id="rId14"/>
    <p:sldId id="664" r:id="rId15"/>
    <p:sldId id="665" r:id="rId16"/>
    <p:sldId id="666" r:id="rId17"/>
    <p:sldId id="582" r:id="rId18"/>
  </p:sldIdLst>
  <p:sldSz cx="12188825" cy="6858000"/>
  <p:notesSz cx="6858000" cy="9144000"/>
  <p:defaultTextStyle>
    <a:defPPr>
      <a:defRPr lang="en-US"/>
    </a:defPPr>
    <a:lvl1pPr marL="0" algn="l" defTabSz="914080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1pPr>
    <a:lvl2pPr marL="457040" algn="l" defTabSz="914080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2pPr>
    <a:lvl3pPr marL="914080" algn="l" defTabSz="914080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3pPr>
    <a:lvl4pPr marL="1371120" algn="l" defTabSz="914080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4pPr>
    <a:lvl5pPr marL="1828160" algn="l" defTabSz="914080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5pPr>
    <a:lvl6pPr marL="2285200" algn="l" defTabSz="914080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6pPr>
    <a:lvl7pPr marL="2742240" algn="l" defTabSz="914080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7pPr>
    <a:lvl8pPr marL="3199280" algn="l" defTabSz="914080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8pPr>
    <a:lvl9pPr marL="3656320" algn="l" defTabSz="914080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orient="horz" pos="4056" userDrawn="1">
          <p15:clr>
            <a:srgbClr val="A4A3A4"/>
          </p15:clr>
        </p15:guide>
        <p15:guide id="3" orient="horz" pos="264" userDrawn="1">
          <p15:clr>
            <a:srgbClr val="A4A3A4"/>
          </p15:clr>
        </p15:guide>
        <p15:guide id="4" pos="3839" userDrawn="1">
          <p15:clr>
            <a:srgbClr val="A4A3A4"/>
          </p15:clr>
        </p15:guide>
        <p15:guide id="5" pos="7439" userDrawn="1">
          <p15:clr>
            <a:srgbClr val="A4A3A4"/>
          </p15:clr>
        </p15:guide>
        <p15:guide id="6" pos="23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0F0"/>
    <a:srgbClr val="18DD4D"/>
    <a:srgbClr val="F59733"/>
    <a:srgbClr val="F5BE4F"/>
    <a:srgbClr val="E4EBE6"/>
    <a:srgbClr val="101411"/>
    <a:srgbClr val="909692"/>
    <a:srgbClr val="FFFFFF"/>
    <a:srgbClr val="5A615C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498"/>
    <p:restoredTop sz="94658"/>
  </p:normalViewPr>
  <p:slideViewPr>
    <p:cSldViewPr snapToGrid="0" showGuides="1">
      <p:cViewPr varScale="1">
        <p:scale>
          <a:sx n="120" d="100"/>
          <a:sy n="120" d="100"/>
        </p:scale>
        <p:origin x="552" y="184"/>
      </p:cViewPr>
      <p:guideLst>
        <p:guide orient="horz" pos="2160"/>
        <p:guide orient="horz" pos="4056"/>
        <p:guide orient="horz" pos="264"/>
        <p:guide pos="3839"/>
        <p:guide pos="7439"/>
        <p:guide pos="239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8" d="100"/>
        <a:sy n="58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D14FC2-20DA-5B43-91CB-9B0F7151D391}" type="datetimeFigureOut">
              <a:rPr lang="en-US" smtClean="0"/>
              <a:t>7/9/26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5C53A8-59A0-4A49-BAB4-A832A26A8E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9029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08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040" algn="l" defTabSz="91408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080" algn="l" defTabSz="91408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120" algn="l" defTabSz="91408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160" algn="l" defTabSz="91408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200" algn="l" defTabSz="91408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240" algn="l" defTabSz="91408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9280" algn="l" defTabSz="91408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6320" algn="l" defTabSz="91408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3E9A1-CDD3-D67A-FB58-F9AF358F56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085E67-35A9-B904-3DEF-0E02A7D09F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E00504-42D5-DAF1-2231-BB7DAECF1B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444388-6DA1-7E17-8B6B-5B6710C262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5C53A8-59A0-4A49-BAB4-A832A26A8EF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9462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rgbClr val="10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93A06B34-F03E-5DC7-2F93-8740C8F8641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04700" y="318247"/>
            <a:ext cx="726126" cy="5804124"/>
          </a:xfrm>
          <a:prstGeom prst="rect">
            <a:avLst/>
          </a:prstGeom>
        </p:spPr>
        <p:txBody>
          <a:bodyPr/>
          <a:lstStyle>
            <a:lvl1pPr>
              <a:defRPr sz="2799" b="0" i="0">
                <a:solidFill>
                  <a:schemeClr val="bg2"/>
                </a:solidFill>
                <a:latin typeface="Mona Sans Display" pitchFamily="2" charset="77"/>
                <a:cs typeface="Mona Sans Display" pitchFamily="2" charset="77"/>
              </a:defRPr>
            </a:lvl1pPr>
          </a:lstStyle>
          <a:p>
            <a:pPr lvl="0"/>
            <a:r>
              <a:rPr lang="en-US" dirty="0"/>
              <a:t>01</a:t>
            </a:r>
          </a:p>
          <a:p>
            <a:pPr lvl="0"/>
            <a:r>
              <a:rPr lang="en-US" dirty="0"/>
              <a:t>02</a:t>
            </a:r>
          </a:p>
          <a:p>
            <a:pPr lvl="0"/>
            <a:r>
              <a:rPr lang="en-US" dirty="0"/>
              <a:t>03</a:t>
            </a:r>
          </a:p>
          <a:p>
            <a:pPr lvl="0"/>
            <a:r>
              <a:rPr lang="en-US" dirty="0"/>
              <a:t>04</a:t>
            </a:r>
          </a:p>
          <a:p>
            <a:pPr lvl="0"/>
            <a:r>
              <a:rPr lang="en-US" dirty="0"/>
              <a:t>05</a:t>
            </a:r>
          </a:p>
          <a:p>
            <a:pPr lvl="0"/>
            <a:r>
              <a:rPr lang="en-US" dirty="0"/>
              <a:t>06</a:t>
            </a:r>
          </a:p>
          <a:p>
            <a:pPr lvl="0"/>
            <a:r>
              <a:rPr lang="en-US" dirty="0"/>
              <a:t>07</a:t>
            </a:r>
          </a:p>
          <a:p>
            <a:pPr lvl="0"/>
            <a:r>
              <a:rPr lang="en-US" dirty="0"/>
              <a:t>08</a:t>
            </a:r>
          </a:p>
          <a:p>
            <a:pPr lvl="0"/>
            <a:r>
              <a:rPr lang="en-US" dirty="0"/>
              <a:t>09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329222-7B60-0287-B5CD-B9A22C44983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30826" y="318247"/>
            <a:ext cx="6650234" cy="5804124"/>
          </a:xfrm>
          <a:prstGeom prst="rect">
            <a:avLst/>
          </a:prstGeom>
        </p:spPr>
        <p:txBody>
          <a:bodyPr/>
          <a:lstStyle>
            <a:lvl1pPr marL="0" marR="0" indent="0" algn="l" defTabSz="914034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799" b="0" i="0">
                <a:solidFill>
                  <a:schemeClr val="tx1"/>
                </a:solidFill>
                <a:latin typeface="Mona Sans Display" pitchFamily="2" charset="77"/>
                <a:cs typeface="Mona Sans Display" pitchFamily="2" charset="77"/>
              </a:defRPr>
            </a:lvl1pPr>
          </a:lstStyle>
          <a:p>
            <a:pPr lvl="0"/>
            <a:r>
              <a:rPr lang="en-US" dirty="0"/>
              <a:t>Section title</a:t>
            </a:r>
          </a:p>
          <a:p>
            <a:pPr lvl="0"/>
            <a:r>
              <a:rPr lang="en-US" dirty="0"/>
              <a:t>Section title </a:t>
            </a:r>
          </a:p>
          <a:p>
            <a:pPr lvl="0"/>
            <a:r>
              <a:rPr lang="en-US" dirty="0"/>
              <a:t>Section title</a:t>
            </a:r>
          </a:p>
          <a:p>
            <a:pPr lvl="0"/>
            <a:r>
              <a:rPr lang="en-US" dirty="0"/>
              <a:t>Section title</a:t>
            </a:r>
          </a:p>
          <a:p>
            <a:pPr lvl="0"/>
            <a:r>
              <a:rPr lang="en-US" dirty="0"/>
              <a:t>Section title</a:t>
            </a:r>
          </a:p>
          <a:p>
            <a:pPr marL="0" marR="0" lvl="0" indent="0" algn="l" defTabSz="914034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Section title </a:t>
            </a:r>
          </a:p>
          <a:p>
            <a:pPr marL="0" marR="0" lvl="0" indent="0" algn="l" defTabSz="914034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Section title </a:t>
            </a:r>
          </a:p>
          <a:p>
            <a:pPr marL="0" marR="0" lvl="0" indent="0" algn="l" defTabSz="914034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Section title</a:t>
            </a:r>
          </a:p>
          <a:p>
            <a:pPr marL="0" marR="0" lvl="0" indent="0" algn="l" defTabSz="914034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Section title  </a:t>
            </a:r>
          </a:p>
          <a:p>
            <a:pPr lvl="0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1974D1-2B3B-9B4D-272E-11CF159EBA96}"/>
              </a:ext>
            </a:extLst>
          </p:cNvPr>
          <p:cNvSpPr/>
          <p:nvPr userDrawn="1"/>
        </p:nvSpPr>
        <p:spPr>
          <a:xfrm>
            <a:off x="4075384" y="-2"/>
            <a:ext cx="9144" cy="6455440"/>
          </a:xfrm>
          <a:prstGeom prst="rect">
            <a:avLst/>
          </a:prstGeom>
          <a:solidFill>
            <a:srgbClr val="90969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F169222-62F0-2EFF-01A8-8D6A3B1B695C}"/>
              </a:ext>
            </a:extLst>
          </p:cNvPr>
          <p:cNvSpPr txBox="1"/>
          <p:nvPr userDrawn="1"/>
        </p:nvSpPr>
        <p:spPr>
          <a:xfrm>
            <a:off x="407766" y="318247"/>
            <a:ext cx="3250890" cy="199657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6000" spc="0" dirty="0">
                <a:latin typeface="Mona Sans Display" pitchFamily="2" charset="77"/>
                <a:cs typeface="Mona Sans Display" pitchFamily="2" charset="77"/>
              </a:rPr>
              <a:t>Session</a:t>
            </a:r>
            <a:br>
              <a:rPr lang="en-US" sz="6000" spc="0" dirty="0">
                <a:latin typeface="Mona Sans Display" pitchFamily="2" charset="77"/>
                <a:cs typeface="Mona Sans Display" pitchFamily="2" charset="77"/>
              </a:rPr>
            </a:br>
            <a:r>
              <a:rPr lang="en-US" sz="6000" spc="0" dirty="0">
                <a:solidFill>
                  <a:schemeClr val="bg2"/>
                </a:solidFill>
                <a:latin typeface="Mona Sans Display" pitchFamily="2" charset="77"/>
                <a:cs typeface="Mona Sans Display" pitchFamily="2" charset="77"/>
              </a:rPr>
              <a:t>Agenda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18BEDA9-9E4A-4AB3-2AC5-BA36C010DBB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63" y="6437150"/>
            <a:ext cx="12188952" cy="1828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48B612C-5E67-5414-731A-C9339B410D7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781917" y="6455664"/>
            <a:ext cx="9144" cy="402336"/>
          </a:xfrm>
          <a:prstGeom prst="rect">
            <a:avLst/>
          </a:prstGeom>
          <a:solidFill>
            <a:srgbClr val="90969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" name="Graphic 26">
            <a:extLst>
              <a:ext uri="{FF2B5EF4-FFF2-40B4-BE49-F238E27FC236}">
                <a16:creationId xmlns:a16="http://schemas.microsoft.com/office/drawing/2014/main" id="{1A91557B-968A-5EC0-CAFB-09897FC08F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859825" y="6530993"/>
            <a:ext cx="260299" cy="251679"/>
          </a:xfrm>
          <a:prstGeom prst="rect">
            <a:avLst/>
          </a:prstGeom>
        </p:spPr>
      </p:pic>
      <p:sp>
        <p:nvSpPr>
          <p:cNvPr id="28" name="Text Placeholder 13">
            <a:extLst>
              <a:ext uri="{FF2B5EF4-FFF2-40B4-BE49-F238E27FC236}">
                <a16:creationId xmlns:a16="http://schemas.microsoft.com/office/drawing/2014/main" id="{73D074C2-03EF-908D-252E-5ED8D14F44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" hasCustomPrompt="1"/>
          </p:nvPr>
        </p:nvSpPr>
        <p:spPr>
          <a:xfrm>
            <a:off x="188913" y="6595277"/>
            <a:ext cx="11495038" cy="123111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800" cap="all" baseline="0">
                <a:solidFill>
                  <a:schemeClr val="bg2"/>
                </a:solidFill>
                <a:latin typeface="Mona Sans Mono" pitchFamily="2" charset="77"/>
                <a:cs typeface="Mona Sans Mono" pitchFamily="2" charset="77"/>
              </a:defRPr>
            </a:lvl1pPr>
          </a:lstStyle>
          <a:p>
            <a:pPr lvl="0"/>
            <a:r>
              <a:rPr lang="en-US" dirty="0"/>
              <a:t>OPTIONAL</a:t>
            </a:r>
          </a:p>
        </p:txBody>
      </p:sp>
    </p:spTree>
    <p:extLst>
      <p:ext uri="{BB962C8B-B14F-4D97-AF65-F5344CB8AC3E}">
        <p14:creationId xmlns:p14="http://schemas.microsoft.com/office/powerpoint/2010/main" val="23756811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39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bg>
      <p:bgPr>
        <a:solidFill>
          <a:srgbClr val="10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4439122-4607-B9A2-B0E1-EC68EC513E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7260" y="419100"/>
            <a:ext cx="11384657" cy="5942495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algn="l">
              <a:lnSpc>
                <a:spcPct val="80000"/>
              </a:lnSpc>
              <a:defRPr sz="9600" b="0" i="0">
                <a:solidFill>
                  <a:schemeClr val="tx1"/>
                </a:solidFill>
                <a:latin typeface="Mona Sans Display" pitchFamily="2" charset="77"/>
                <a:cs typeface="Mona Sans Display" pitchFamily="2" charset="77"/>
              </a:defRPr>
            </a:lvl1pPr>
          </a:lstStyle>
          <a:p>
            <a:r>
              <a:rPr lang="en-US" dirty="0"/>
              <a:t>Section name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3F0248E-07E8-06F9-9AAF-0C1CD16713F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63" y="6437150"/>
            <a:ext cx="12188952" cy="1828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1BEE7DE-452C-214F-7F38-C14C82A42BD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781917" y="6455664"/>
            <a:ext cx="9144" cy="402336"/>
          </a:xfrm>
          <a:prstGeom prst="rect">
            <a:avLst/>
          </a:prstGeom>
          <a:solidFill>
            <a:srgbClr val="90969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D7749530-64E1-E47A-E8E6-06385AE555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859825" y="6530993"/>
            <a:ext cx="260299" cy="251679"/>
          </a:xfrm>
          <a:prstGeom prst="rect">
            <a:avLst/>
          </a:prstGeom>
        </p:spPr>
      </p:pic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47249D01-C24C-14C8-0425-CFAD66343AB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" hasCustomPrompt="1"/>
          </p:nvPr>
        </p:nvSpPr>
        <p:spPr>
          <a:xfrm>
            <a:off x="188913" y="6595277"/>
            <a:ext cx="11495038" cy="123111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800" cap="all" baseline="0">
                <a:solidFill>
                  <a:schemeClr val="bg2"/>
                </a:solidFill>
                <a:latin typeface="Mona Sans Mono" pitchFamily="2" charset="77"/>
                <a:cs typeface="Mona Sans Mono" pitchFamily="2" charset="77"/>
              </a:defRPr>
            </a:lvl1pPr>
          </a:lstStyle>
          <a:p>
            <a:pPr lvl="0"/>
            <a:r>
              <a:rPr lang="en-US" dirty="0"/>
              <a:t>OPTIONAL</a:t>
            </a:r>
          </a:p>
        </p:txBody>
      </p:sp>
    </p:spTree>
    <p:extLst>
      <p:ext uri="{BB962C8B-B14F-4D97-AF65-F5344CB8AC3E}">
        <p14:creationId xmlns:p14="http://schemas.microsoft.com/office/powerpoint/2010/main" val="24597136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39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statement">
    <p:bg>
      <p:bgPr>
        <a:solidFill>
          <a:srgbClr val="10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4439122-4607-B9A2-B0E1-EC68EC513E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88914" y="638739"/>
            <a:ext cx="11811000" cy="558052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80000"/>
              </a:lnSpc>
              <a:defRPr sz="5998" b="0" i="0">
                <a:solidFill>
                  <a:schemeClr val="tx1"/>
                </a:solidFill>
                <a:latin typeface="Mona Sans Display" pitchFamily="2" charset="77"/>
                <a:cs typeface="Mona Sans Display" pitchFamily="2" charset="77"/>
              </a:defRPr>
            </a:lvl1pPr>
          </a:lstStyle>
          <a:p>
            <a:r>
              <a:rPr lang="en-US" dirty="0"/>
              <a:t>Large Statement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15E4003-1D40-7897-1FC6-FF65C90164F0}"/>
              </a:ext>
            </a:extLst>
          </p:cNvPr>
          <p:cNvSpPr/>
          <p:nvPr userDrawn="1"/>
        </p:nvSpPr>
        <p:spPr>
          <a:xfrm>
            <a:off x="-63" y="6437150"/>
            <a:ext cx="12188952" cy="1828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BE37B27-DEEB-9467-E362-1A2C671792C0}"/>
              </a:ext>
            </a:extLst>
          </p:cNvPr>
          <p:cNvSpPr/>
          <p:nvPr userDrawn="1"/>
        </p:nvSpPr>
        <p:spPr>
          <a:xfrm>
            <a:off x="11781917" y="6455664"/>
            <a:ext cx="9144" cy="402336"/>
          </a:xfrm>
          <a:prstGeom prst="rect">
            <a:avLst/>
          </a:prstGeom>
          <a:solidFill>
            <a:srgbClr val="90969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6003487B-C5AC-7790-7D60-2DFC60A19E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859825" y="6530993"/>
            <a:ext cx="260299" cy="251679"/>
          </a:xfrm>
          <a:prstGeom prst="rect">
            <a:avLst/>
          </a:prstGeom>
        </p:spPr>
      </p:pic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60E4617F-1087-AA0E-4F82-FDB96276CB8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88913" y="6595277"/>
            <a:ext cx="11495038" cy="123111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800" cap="all" baseline="0">
                <a:solidFill>
                  <a:schemeClr val="bg2"/>
                </a:solidFill>
                <a:latin typeface="Mona Sans Mono" pitchFamily="2" charset="77"/>
                <a:cs typeface="Mona Sans Mono" pitchFamily="2" charset="77"/>
              </a:defRPr>
            </a:lvl1pPr>
          </a:lstStyle>
          <a:p>
            <a:pPr lvl="0"/>
            <a:r>
              <a:rPr lang="en-US" dirty="0"/>
              <a:t>OPTIONAL</a:t>
            </a:r>
          </a:p>
        </p:txBody>
      </p:sp>
    </p:spTree>
    <p:extLst>
      <p:ext uri="{BB962C8B-B14F-4D97-AF65-F5344CB8AC3E}">
        <p14:creationId xmlns:p14="http://schemas.microsoft.com/office/powerpoint/2010/main" val="21915619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39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rgbClr val="10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534954D9-5464-08AC-379C-E489C279BA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14422" y="5591395"/>
            <a:ext cx="10966301" cy="274622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cap="all" baseline="0">
                <a:latin typeface="Mona Sans Mono" pitchFamily="2" charset="77"/>
                <a:cs typeface="Mona Sans Mono" pitchFamily="2" charset="77"/>
              </a:defRPr>
            </a:lvl1pPr>
          </a:lstStyle>
          <a:p>
            <a:pPr lvl="0"/>
            <a:r>
              <a:rPr lang="en-US" dirty="0"/>
              <a:t>First &amp; last name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89571EA7-B72C-D131-8322-3D06E76D2CA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14422" y="5885128"/>
            <a:ext cx="10966301" cy="1986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0" i="0">
                <a:solidFill>
                  <a:schemeClr val="bg2"/>
                </a:solidFill>
                <a:latin typeface="Mona Sans Display Medium" pitchFamily="2" charset="77"/>
                <a:cs typeface="Mona Sans Display Medium" pitchFamily="2" charset="77"/>
              </a:defRPr>
            </a:lvl1pPr>
          </a:lstStyle>
          <a:p>
            <a:pPr lvl="0"/>
            <a:r>
              <a:rPr lang="en-US" dirty="0"/>
              <a:t>Position, Company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4A03BD-A60F-44E7-018A-BD2CBD33683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8101" y="742198"/>
            <a:ext cx="11373816" cy="4518105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algn="l">
              <a:lnSpc>
                <a:spcPct val="90000"/>
              </a:lnSpc>
              <a:defRPr sz="4000" b="0" i="0">
                <a:solidFill>
                  <a:schemeClr val="tx1"/>
                </a:solidFill>
                <a:latin typeface="Mona Sans Mono" pitchFamily="2" charset="77"/>
                <a:cs typeface="Mona Sans Mono" pitchFamily="2" charset="77"/>
              </a:defRPr>
            </a:lvl1pPr>
          </a:lstStyle>
          <a:p>
            <a:r>
              <a:rPr lang="en-US" dirty="0">
                <a:effectLst/>
              </a:rPr>
              <a:t>Quote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BD8849-19D6-3DB8-F712-BB8AFDC7B6FB}"/>
              </a:ext>
            </a:extLst>
          </p:cNvPr>
          <p:cNvSpPr/>
          <p:nvPr userDrawn="1"/>
        </p:nvSpPr>
        <p:spPr>
          <a:xfrm>
            <a:off x="406844" y="5416705"/>
            <a:ext cx="11375136" cy="18288"/>
          </a:xfrm>
          <a:prstGeom prst="rect">
            <a:avLst/>
          </a:prstGeom>
          <a:solidFill>
            <a:srgbClr val="5A615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A244F3B-5574-D60C-496B-BA64FBD50873}"/>
              </a:ext>
            </a:extLst>
          </p:cNvPr>
          <p:cNvSpPr>
            <a:spLocks noChangeAspect="1"/>
          </p:cNvSpPr>
          <p:nvPr userDrawn="1"/>
        </p:nvSpPr>
        <p:spPr>
          <a:xfrm>
            <a:off x="408101" y="5604010"/>
            <a:ext cx="100584" cy="10058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644E493-E256-32B5-1992-A6C48DEF983D}"/>
              </a:ext>
            </a:extLst>
          </p:cNvPr>
          <p:cNvSpPr txBox="1"/>
          <p:nvPr userDrawn="1"/>
        </p:nvSpPr>
        <p:spPr>
          <a:xfrm>
            <a:off x="406844" y="312753"/>
            <a:ext cx="437620" cy="61555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4000" dirty="0">
                <a:solidFill>
                  <a:schemeClr val="accent4"/>
                </a:solidFill>
                <a:latin typeface="Mona Sans Mono" pitchFamily="2" charset="77"/>
                <a:cs typeface="Mona Sans Mono" pitchFamily="2" charset="77"/>
              </a:rPr>
              <a:t>“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A0A1586-AB10-D73C-47FC-C9BAECEEBECD}"/>
              </a:ext>
            </a:extLst>
          </p:cNvPr>
          <p:cNvSpPr/>
          <p:nvPr userDrawn="1"/>
        </p:nvSpPr>
        <p:spPr>
          <a:xfrm>
            <a:off x="-63" y="6437150"/>
            <a:ext cx="12188952" cy="1828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321977-F51E-64FE-277C-01196E3B2C7D}"/>
              </a:ext>
            </a:extLst>
          </p:cNvPr>
          <p:cNvSpPr/>
          <p:nvPr userDrawn="1"/>
        </p:nvSpPr>
        <p:spPr>
          <a:xfrm>
            <a:off x="11781917" y="6455664"/>
            <a:ext cx="9144" cy="402336"/>
          </a:xfrm>
          <a:prstGeom prst="rect">
            <a:avLst/>
          </a:prstGeom>
          <a:solidFill>
            <a:srgbClr val="90969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2C48EA89-4140-7741-04A5-8ED8F55FDF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859825" y="6530993"/>
            <a:ext cx="260299" cy="251679"/>
          </a:xfrm>
          <a:prstGeom prst="rect">
            <a:avLst/>
          </a:prstGeom>
        </p:spPr>
      </p:pic>
      <p:sp>
        <p:nvSpPr>
          <p:cNvPr id="6" name="Text Placeholder 13">
            <a:extLst>
              <a:ext uri="{FF2B5EF4-FFF2-40B4-BE49-F238E27FC236}">
                <a16:creationId xmlns:a16="http://schemas.microsoft.com/office/drawing/2014/main" id="{6961406F-D562-12AC-E0BF-40EBD732758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88913" y="6595277"/>
            <a:ext cx="11495038" cy="123111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800" cap="all" baseline="0">
                <a:solidFill>
                  <a:schemeClr val="bg2"/>
                </a:solidFill>
                <a:latin typeface="Mona Sans Mono" pitchFamily="2" charset="77"/>
                <a:cs typeface="Mona Sans Mono" pitchFamily="2" charset="77"/>
              </a:defRPr>
            </a:lvl1pPr>
          </a:lstStyle>
          <a:p>
            <a:pPr lvl="0"/>
            <a:r>
              <a:rPr lang="en-US" dirty="0"/>
              <a:t>OPTIONAL</a:t>
            </a:r>
          </a:p>
        </p:txBody>
      </p:sp>
    </p:spTree>
    <p:extLst>
      <p:ext uri="{BB962C8B-B14F-4D97-AF65-F5344CB8AC3E}">
        <p14:creationId xmlns:p14="http://schemas.microsoft.com/office/powerpoint/2010/main" val="38945966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39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B7315C-F79F-EF95-C150-B736579DEC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335" y="1710900"/>
            <a:ext cx="11379581" cy="432758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b="0" i="0">
                <a:latin typeface="Mona Sans" pitchFamily="2" charset="77"/>
                <a:cs typeface="Mona Sans" pitchFamily="2" charset="77"/>
              </a:defRPr>
            </a:lvl1pPr>
            <a:lvl2pPr>
              <a:defRPr b="0" i="0">
                <a:latin typeface="Mona Sans" pitchFamily="2" charset="77"/>
                <a:cs typeface="Mona Sans" pitchFamily="2" charset="77"/>
              </a:defRPr>
            </a:lvl2pPr>
            <a:lvl3pPr>
              <a:defRPr b="0" i="0">
                <a:latin typeface="Mona Sans" pitchFamily="2" charset="77"/>
                <a:cs typeface="Mona Sans" pitchFamily="2" charset="77"/>
              </a:defRPr>
            </a:lvl3pPr>
            <a:lvl4pPr>
              <a:defRPr b="0" i="0">
                <a:latin typeface="Mona Sans" pitchFamily="2" charset="77"/>
                <a:cs typeface="Mona Sans" pitchFamily="2" charset="77"/>
              </a:defRPr>
            </a:lvl4pPr>
            <a:lvl5pPr>
              <a:defRPr b="0" i="0">
                <a:latin typeface="Mona Sans" pitchFamily="2" charset="77"/>
                <a:cs typeface="Mona Sans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1BD51200-706F-8BEB-8FEA-885B00BD21D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02337" y="398216"/>
            <a:ext cx="11388724" cy="36576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>
              <a:buNone/>
              <a:defRPr sz="1400" b="0" i="0" cap="all" baseline="0">
                <a:solidFill>
                  <a:schemeClr val="bg2"/>
                </a:solidFill>
                <a:latin typeface="Mona Sans Mono" pitchFamily="2" charset="77"/>
                <a:cs typeface="Arial" panose="020B0604020202020204" pitchFamily="34" charset="0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 dirty="0"/>
              <a:t>Optional header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098492E-8BC2-2F70-2835-4265B6AF36D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2336" y="796432"/>
            <a:ext cx="11379581" cy="882013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algn="l">
              <a:defRPr sz="4798" b="0" i="0">
                <a:solidFill>
                  <a:schemeClr val="tx1"/>
                </a:solidFill>
                <a:latin typeface="Mona Sans Display" pitchFamily="2" charset="77"/>
                <a:cs typeface="Mona Sans Display" pitchFamily="2" charset="77"/>
              </a:defRPr>
            </a:lvl1pPr>
          </a:lstStyle>
          <a:p>
            <a:r>
              <a:rPr lang="en-US" dirty="0"/>
              <a:t>Title should be less than 10 words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798096A-EB77-2988-E973-712F920E03D6}"/>
              </a:ext>
            </a:extLst>
          </p:cNvPr>
          <p:cNvSpPr/>
          <p:nvPr userDrawn="1"/>
        </p:nvSpPr>
        <p:spPr>
          <a:xfrm>
            <a:off x="-63" y="6437150"/>
            <a:ext cx="12188952" cy="1828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F36FFD-B727-AF7E-0762-C05EBCC63754}"/>
              </a:ext>
            </a:extLst>
          </p:cNvPr>
          <p:cNvSpPr/>
          <p:nvPr userDrawn="1"/>
        </p:nvSpPr>
        <p:spPr>
          <a:xfrm>
            <a:off x="11781917" y="6455664"/>
            <a:ext cx="9144" cy="402336"/>
          </a:xfrm>
          <a:prstGeom prst="rect">
            <a:avLst/>
          </a:prstGeom>
          <a:solidFill>
            <a:srgbClr val="90969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A8028FE2-3C44-1632-9C9F-DFC20E1216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859825" y="6530993"/>
            <a:ext cx="260299" cy="251679"/>
          </a:xfrm>
          <a:prstGeom prst="rect">
            <a:avLst/>
          </a:prstGeom>
        </p:spPr>
      </p:pic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3DDFA664-421F-1BD4-3BD9-BA4207472BC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88913" y="6595277"/>
            <a:ext cx="11495038" cy="123111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800" cap="all" baseline="0">
                <a:solidFill>
                  <a:schemeClr val="bg2"/>
                </a:solidFill>
                <a:latin typeface="Mona Sans Mono" pitchFamily="2" charset="77"/>
                <a:cs typeface="Mona Sans Mono" pitchFamily="2" charset="77"/>
              </a:defRPr>
            </a:lvl1pPr>
          </a:lstStyle>
          <a:p>
            <a:pPr lvl="0"/>
            <a:r>
              <a:rPr lang="en-US" dirty="0"/>
              <a:t>OPTIONAL</a:t>
            </a:r>
          </a:p>
        </p:txBody>
      </p:sp>
    </p:spTree>
    <p:extLst>
      <p:ext uri="{BB962C8B-B14F-4D97-AF65-F5344CB8AC3E}">
        <p14:creationId xmlns:p14="http://schemas.microsoft.com/office/powerpoint/2010/main" val="469945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B7315C-F79F-EF95-C150-B736579DECD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02335" y="1710900"/>
            <a:ext cx="11379581" cy="4327581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>
              <a:defRPr b="0" i="0">
                <a:solidFill>
                  <a:schemeClr val="bg2"/>
                </a:solidFill>
                <a:latin typeface="Mona Sans" pitchFamily="2" charset="77"/>
                <a:cs typeface="Mona Sans" pitchFamily="2" charset="77"/>
              </a:defRPr>
            </a:lvl1pPr>
            <a:lvl2pPr>
              <a:defRPr b="0" i="0">
                <a:latin typeface="Mona Sans" pitchFamily="2" charset="77"/>
                <a:cs typeface="Mona Sans" pitchFamily="2" charset="77"/>
              </a:defRPr>
            </a:lvl2pPr>
            <a:lvl3pPr>
              <a:defRPr b="0" i="0">
                <a:latin typeface="Mona Sans" pitchFamily="2" charset="77"/>
                <a:cs typeface="Mona Sans" pitchFamily="2" charset="77"/>
              </a:defRPr>
            </a:lvl3pPr>
            <a:lvl4pPr>
              <a:defRPr b="0" i="0">
                <a:latin typeface="Mona Sans" pitchFamily="2" charset="77"/>
                <a:cs typeface="Mona Sans" pitchFamily="2" charset="77"/>
              </a:defRPr>
            </a:lvl4pPr>
            <a:lvl5pPr>
              <a:defRPr b="0" i="0">
                <a:latin typeface="Mona Sans" pitchFamily="2" charset="77"/>
                <a:cs typeface="Mona Sans" pitchFamily="2" charset="77"/>
              </a:defRPr>
            </a:lvl5pPr>
          </a:lstStyle>
          <a:p>
            <a:pPr lvl="0"/>
            <a:r>
              <a:rPr lang="en-US" dirty="0"/>
              <a:t>Subtitle information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1BD51200-706F-8BEB-8FEA-885B00BD21D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02337" y="398216"/>
            <a:ext cx="11388724" cy="36576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>
              <a:buNone/>
              <a:defRPr sz="1400" b="0" i="0" cap="all" baseline="0">
                <a:solidFill>
                  <a:schemeClr val="bg2"/>
                </a:solidFill>
                <a:latin typeface="Mona Sans Mono" pitchFamily="2" charset="77"/>
                <a:cs typeface="Arial" panose="020B0604020202020204" pitchFamily="34" charset="0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 dirty="0"/>
              <a:t>Optional header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098492E-8BC2-2F70-2835-4265B6AF36D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2336" y="796432"/>
            <a:ext cx="11379581" cy="882013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algn="l">
              <a:defRPr sz="4798" b="0" i="0">
                <a:solidFill>
                  <a:schemeClr val="tx1"/>
                </a:solidFill>
                <a:latin typeface="Mona Sans Display" pitchFamily="2" charset="77"/>
                <a:cs typeface="Mona Sans Display" pitchFamily="2" charset="77"/>
              </a:defRPr>
            </a:lvl1pPr>
          </a:lstStyle>
          <a:p>
            <a:r>
              <a:rPr lang="en-US" dirty="0"/>
              <a:t>Title should be less than 10 words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BF56353-DF1C-180C-3167-5E6573ECF7A1}"/>
              </a:ext>
            </a:extLst>
          </p:cNvPr>
          <p:cNvSpPr/>
          <p:nvPr userDrawn="1"/>
        </p:nvSpPr>
        <p:spPr>
          <a:xfrm>
            <a:off x="-63" y="6437150"/>
            <a:ext cx="12188952" cy="1828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5736C9A-CC3C-D5F3-83AB-AA20DD9C31E8}"/>
              </a:ext>
            </a:extLst>
          </p:cNvPr>
          <p:cNvSpPr/>
          <p:nvPr userDrawn="1"/>
        </p:nvSpPr>
        <p:spPr>
          <a:xfrm>
            <a:off x="11781917" y="6455664"/>
            <a:ext cx="9144" cy="402336"/>
          </a:xfrm>
          <a:prstGeom prst="rect">
            <a:avLst/>
          </a:prstGeom>
          <a:solidFill>
            <a:srgbClr val="90969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984EFCAB-3783-2D7E-DBF5-88A127A2A3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859825" y="6530993"/>
            <a:ext cx="260299" cy="251679"/>
          </a:xfrm>
          <a:prstGeom prst="rect">
            <a:avLst/>
          </a:prstGeom>
        </p:spPr>
      </p:pic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AEE5DD3E-67D1-B640-D57E-57FB6279FB0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88913" y="6595277"/>
            <a:ext cx="11495038" cy="123111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800" cap="all" baseline="0">
                <a:solidFill>
                  <a:schemeClr val="bg2"/>
                </a:solidFill>
                <a:latin typeface="Mona Sans Mono" pitchFamily="2" charset="77"/>
                <a:cs typeface="Mona Sans Mono" pitchFamily="2" charset="77"/>
              </a:defRPr>
            </a:lvl1pPr>
          </a:lstStyle>
          <a:p>
            <a:pPr lvl="0"/>
            <a:r>
              <a:rPr lang="en-US" dirty="0"/>
              <a:t>OPTIONAL</a:t>
            </a:r>
          </a:p>
        </p:txBody>
      </p:sp>
    </p:spTree>
    <p:extLst>
      <p:ext uri="{BB962C8B-B14F-4D97-AF65-F5344CB8AC3E}">
        <p14:creationId xmlns:p14="http://schemas.microsoft.com/office/powerpoint/2010/main" val="2235496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statem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1BD51200-706F-8BEB-8FEA-885B00BD21D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02337" y="398216"/>
            <a:ext cx="11388724" cy="36576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>
              <a:buNone/>
              <a:defRPr sz="1400" b="0" i="0" cap="all" baseline="0">
                <a:solidFill>
                  <a:schemeClr val="bg2"/>
                </a:solidFill>
                <a:latin typeface="Mona Sans Mono" pitchFamily="2" charset="77"/>
                <a:cs typeface="Arial" panose="020B0604020202020204" pitchFamily="34" charset="0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 dirty="0"/>
              <a:t>Optional header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098492E-8BC2-2F70-2835-4265B6AF36D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2336" y="796431"/>
            <a:ext cx="11379581" cy="2029968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algn="l">
              <a:defRPr sz="4798" b="0" i="0">
                <a:solidFill>
                  <a:schemeClr val="tx1"/>
                </a:solidFill>
                <a:latin typeface="Mona Sans Display" pitchFamily="2" charset="77"/>
                <a:cs typeface="Mona Sans Display" pitchFamily="2" charset="77"/>
              </a:defRPr>
            </a:lvl1pPr>
          </a:lstStyle>
          <a:p>
            <a:r>
              <a:rPr lang="en-US" dirty="0"/>
              <a:t>Title should be less than 10 words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0AB04BB2-EF53-0D5F-59AC-612F1848D9E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02337" y="3821924"/>
            <a:ext cx="3520440" cy="457200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 algn="l">
              <a:buNone/>
              <a:defRPr sz="1799" b="0" i="0">
                <a:latin typeface="Mona Sans Display" pitchFamily="2" charset="77"/>
                <a:cs typeface="Mona Sans Display" pitchFamily="2" charset="77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 dirty="0"/>
              <a:t>Statement 1</a:t>
            </a:r>
          </a:p>
        </p:txBody>
      </p:sp>
      <p:sp>
        <p:nvSpPr>
          <p:cNvPr id="20" name="Text Placeholder 23">
            <a:extLst>
              <a:ext uri="{FF2B5EF4-FFF2-40B4-BE49-F238E27FC236}">
                <a16:creationId xmlns:a16="http://schemas.microsoft.com/office/drawing/2014/main" id="{EA40452B-ED90-469F-6FAA-80B8552227B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02336" y="4279124"/>
            <a:ext cx="3520440" cy="175523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defRPr sz="1599" b="0" i="0">
                <a:solidFill>
                  <a:schemeClr val="bg2"/>
                </a:solidFill>
                <a:latin typeface="Mona Sans" pitchFamily="2" charset="77"/>
                <a:cs typeface="Arial" panose="020B0604020202020204" pitchFamily="34" charset="0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 dirty="0"/>
              <a:t>Keep your description under three lines of text</a:t>
            </a:r>
          </a:p>
        </p:txBody>
      </p:sp>
      <p:sp>
        <p:nvSpPr>
          <p:cNvPr id="21" name="Picture Placeholder 24">
            <a:extLst>
              <a:ext uri="{FF2B5EF4-FFF2-40B4-BE49-F238E27FC236}">
                <a16:creationId xmlns:a16="http://schemas.microsoft.com/office/drawing/2014/main" id="{AA8835A6-7564-FBB3-C7DB-66E47AB8395D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402336" y="3237247"/>
            <a:ext cx="365665" cy="36576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600">
                <a:latin typeface="Mona Sans" pitchFamily="2" charset="77"/>
              </a:defRPr>
            </a:lvl1pPr>
          </a:lstStyle>
          <a:p>
            <a:r>
              <a:rPr lang="en-US" err="1"/>
              <a:t>Octicon</a:t>
            </a:r>
            <a:endParaRPr lang="en-US"/>
          </a:p>
        </p:txBody>
      </p:sp>
      <p:sp>
        <p:nvSpPr>
          <p:cNvPr id="29" name="Text Placeholder 23">
            <a:extLst>
              <a:ext uri="{FF2B5EF4-FFF2-40B4-BE49-F238E27FC236}">
                <a16:creationId xmlns:a16="http://schemas.microsoft.com/office/drawing/2014/main" id="{66253A00-68D8-34BB-947A-3462DCDAB29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336478" y="3821924"/>
            <a:ext cx="3520440" cy="457200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 algn="l">
              <a:buNone/>
              <a:defRPr sz="1799" b="0" i="0">
                <a:latin typeface="Mona Sans Display" pitchFamily="2" charset="77"/>
                <a:cs typeface="Mona Sans Display" pitchFamily="2" charset="77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 dirty="0"/>
              <a:t>Statement 2</a:t>
            </a:r>
          </a:p>
        </p:txBody>
      </p:sp>
      <p:sp>
        <p:nvSpPr>
          <p:cNvPr id="30" name="Text Placeholder 23">
            <a:extLst>
              <a:ext uri="{FF2B5EF4-FFF2-40B4-BE49-F238E27FC236}">
                <a16:creationId xmlns:a16="http://schemas.microsoft.com/office/drawing/2014/main" id="{565E2F00-7AA3-A63B-4D7F-E2206B2EFF5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336478" y="4279124"/>
            <a:ext cx="3520440" cy="175523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defRPr sz="1599" b="0" i="0">
                <a:solidFill>
                  <a:schemeClr val="bg2"/>
                </a:solidFill>
                <a:latin typeface="Mona Sans" pitchFamily="2" charset="77"/>
                <a:cs typeface="Arial" panose="020B0604020202020204" pitchFamily="34" charset="0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 dirty="0"/>
              <a:t>Keep your description under three lines of text</a:t>
            </a:r>
          </a:p>
        </p:txBody>
      </p:sp>
      <p:sp>
        <p:nvSpPr>
          <p:cNvPr id="31" name="Picture Placeholder 24">
            <a:extLst>
              <a:ext uri="{FF2B5EF4-FFF2-40B4-BE49-F238E27FC236}">
                <a16:creationId xmlns:a16="http://schemas.microsoft.com/office/drawing/2014/main" id="{7B0342ED-70BE-90A3-61AE-9A2D42729F42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4336478" y="3237247"/>
            <a:ext cx="365665" cy="36576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600">
                <a:latin typeface="Mona Sans" pitchFamily="2" charset="77"/>
              </a:defRPr>
            </a:lvl1pPr>
          </a:lstStyle>
          <a:p>
            <a:r>
              <a:rPr lang="en-US" err="1"/>
              <a:t>Octicon</a:t>
            </a:r>
            <a:endParaRPr lang="en-US"/>
          </a:p>
        </p:txBody>
      </p:sp>
      <p:sp>
        <p:nvSpPr>
          <p:cNvPr id="32" name="Text Placeholder 23">
            <a:extLst>
              <a:ext uri="{FF2B5EF4-FFF2-40B4-BE49-F238E27FC236}">
                <a16:creationId xmlns:a16="http://schemas.microsoft.com/office/drawing/2014/main" id="{7DC6B249-9DE5-660E-0650-A0F2DF3B0C84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270621" y="3821924"/>
            <a:ext cx="3520440" cy="457200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 algn="l">
              <a:buNone/>
              <a:defRPr sz="1799" b="0" i="0">
                <a:latin typeface="Mona Sans Display" pitchFamily="2" charset="77"/>
                <a:cs typeface="Mona Sans Display" pitchFamily="2" charset="77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 dirty="0"/>
              <a:t>Statement 3</a:t>
            </a:r>
          </a:p>
        </p:txBody>
      </p:sp>
      <p:sp>
        <p:nvSpPr>
          <p:cNvPr id="33" name="Text Placeholder 23">
            <a:extLst>
              <a:ext uri="{FF2B5EF4-FFF2-40B4-BE49-F238E27FC236}">
                <a16:creationId xmlns:a16="http://schemas.microsoft.com/office/drawing/2014/main" id="{394F6281-C0BE-89EE-B80A-B04ED0CF443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270620" y="4279124"/>
            <a:ext cx="3520440" cy="175523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defRPr sz="1599" b="0" i="0">
                <a:solidFill>
                  <a:schemeClr val="bg2"/>
                </a:solidFill>
                <a:latin typeface="Mona Sans" pitchFamily="2" charset="77"/>
                <a:cs typeface="Arial" panose="020B0604020202020204" pitchFamily="34" charset="0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 dirty="0"/>
              <a:t>Keep your description under three lines of text</a:t>
            </a:r>
          </a:p>
        </p:txBody>
      </p:sp>
      <p:sp>
        <p:nvSpPr>
          <p:cNvPr id="34" name="Picture Placeholder 24">
            <a:extLst>
              <a:ext uri="{FF2B5EF4-FFF2-40B4-BE49-F238E27FC236}">
                <a16:creationId xmlns:a16="http://schemas.microsoft.com/office/drawing/2014/main" id="{DD98A046-8385-0A6F-8A11-D4E817912FFF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8270620" y="3237247"/>
            <a:ext cx="365665" cy="36576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600">
                <a:latin typeface="Mona Sans" pitchFamily="2" charset="77"/>
              </a:defRPr>
            </a:lvl1pPr>
          </a:lstStyle>
          <a:p>
            <a:r>
              <a:rPr lang="en-US" err="1"/>
              <a:t>Octicon</a:t>
            </a:r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307F840-3FA3-77FB-6659-E6F0B0654960}"/>
              </a:ext>
            </a:extLst>
          </p:cNvPr>
          <p:cNvSpPr/>
          <p:nvPr userDrawn="1"/>
        </p:nvSpPr>
        <p:spPr>
          <a:xfrm>
            <a:off x="-63" y="6437150"/>
            <a:ext cx="12188952" cy="1828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4CB20A-93D3-E8E5-079A-5288DC530F27}"/>
              </a:ext>
            </a:extLst>
          </p:cNvPr>
          <p:cNvSpPr/>
          <p:nvPr userDrawn="1"/>
        </p:nvSpPr>
        <p:spPr>
          <a:xfrm>
            <a:off x="11781917" y="6455664"/>
            <a:ext cx="9144" cy="402336"/>
          </a:xfrm>
          <a:prstGeom prst="rect">
            <a:avLst/>
          </a:prstGeom>
          <a:solidFill>
            <a:srgbClr val="90969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F6B935AA-48B6-76D6-A895-F37AF71DCE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859825" y="6530993"/>
            <a:ext cx="260299" cy="251679"/>
          </a:xfrm>
          <a:prstGeom prst="rect">
            <a:avLst/>
          </a:prstGeom>
        </p:spPr>
      </p:pic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D014E534-E86B-3A92-D4F9-0462C67CB9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88913" y="6595277"/>
            <a:ext cx="11495038" cy="123111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800" cap="all" baseline="0">
                <a:solidFill>
                  <a:schemeClr val="bg2"/>
                </a:solidFill>
                <a:latin typeface="Mona Sans Mono" pitchFamily="2" charset="77"/>
                <a:cs typeface="Mona Sans Mono" pitchFamily="2" charset="77"/>
              </a:defRPr>
            </a:lvl1pPr>
          </a:lstStyle>
          <a:p>
            <a:pPr lvl="0"/>
            <a:r>
              <a:rPr lang="en-US" dirty="0"/>
              <a:t>OPTIONAL</a:t>
            </a:r>
          </a:p>
        </p:txBody>
      </p:sp>
    </p:spTree>
    <p:extLst>
      <p:ext uri="{BB962C8B-B14F-4D97-AF65-F5344CB8AC3E}">
        <p14:creationId xmlns:p14="http://schemas.microsoft.com/office/powerpoint/2010/main" val="2508769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large numbers">
    <p:bg>
      <p:bgPr>
        <a:solidFill>
          <a:srgbClr val="10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D88CB-F3F2-5FB8-78E6-64E42AA5E56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5968" y="2611538"/>
            <a:ext cx="3522861" cy="147117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7997" b="1" i="0">
                <a:solidFill>
                  <a:schemeClr val="tx1"/>
                </a:solidFill>
                <a:latin typeface="Mona Sans Display" pitchFamily="2" charset="77"/>
                <a:cs typeface="Mona Sans Display" pitchFamily="2" charset="77"/>
              </a:defRPr>
            </a:lvl1pPr>
          </a:lstStyle>
          <a:p>
            <a:r>
              <a:rPr lang="en-US" dirty="0"/>
              <a:t>XXM</a:t>
            </a:r>
          </a:p>
        </p:txBody>
      </p:sp>
      <p:sp>
        <p:nvSpPr>
          <p:cNvPr id="3" name="Text Placeholder 23">
            <a:extLst>
              <a:ext uri="{FF2B5EF4-FFF2-40B4-BE49-F238E27FC236}">
                <a16:creationId xmlns:a16="http://schemas.microsoft.com/office/drawing/2014/main" id="{D9DF57F3-1E44-C033-5023-8EF713AC4B7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07785" y="4099038"/>
            <a:ext cx="3522861" cy="588253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marL="0" indent="0" algn="ctr">
              <a:buNone/>
              <a:defRPr sz="1799" b="0" i="0">
                <a:solidFill>
                  <a:schemeClr val="bg2"/>
                </a:solidFill>
                <a:latin typeface="Mona Sans" pitchFamily="2" charset="77"/>
                <a:cs typeface="Arial" panose="020B0604020202020204" pitchFamily="34" charset="0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 dirty="0"/>
              <a:t>And/or statement here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A482C643-6B38-06B6-2B21-1483669C08E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331165" y="4099038"/>
            <a:ext cx="3530127" cy="588253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marL="0" indent="0" algn="ctr">
              <a:buNone/>
              <a:defRPr sz="1799" b="0" i="0">
                <a:solidFill>
                  <a:schemeClr val="bg2"/>
                </a:solidFill>
                <a:latin typeface="Mona Sans" pitchFamily="2" charset="77"/>
                <a:cs typeface="Arial" panose="020B0604020202020204" pitchFamily="34" charset="0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 dirty="0"/>
              <a:t>And/or statement here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7595165F-AFA9-1B2F-9020-CFEC02BE6B3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265446" y="4099038"/>
            <a:ext cx="3521994" cy="588253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marL="0" indent="0" algn="ctr">
              <a:buNone/>
              <a:defRPr sz="1799" b="0" i="0">
                <a:solidFill>
                  <a:schemeClr val="bg2"/>
                </a:solidFill>
                <a:latin typeface="Mona Sans" pitchFamily="2" charset="77"/>
                <a:cs typeface="Arial" panose="020B0604020202020204" pitchFamily="34" charset="0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marL="0" marR="0" lvl="0" indent="0" algn="ctr" defTabSz="914034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And/or statement here</a:t>
            </a:r>
          </a:p>
          <a:p>
            <a:pPr lvl="0"/>
            <a:endParaRPr lang="en-US" dirty="0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BD7B78C5-0FDC-6471-94B3-E902B1BD0CE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327532" y="2625534"/>
            <a:ext cx="3530127" cy="1443178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7997" b="1" i="0">
                <a:latin typeface="Mona Sans Display" pitchFamily="2" charset="77"/>
                <a:cs typeface="Mona Sans Display" pitchFamily="2" charset="77"/>
              </a:defRPr>
            </a:lvl1pPr>
          </a:lstStyle>
          <a:p>
            <a:pPr lvl="0"/>
            <a:r>
              <a:rPr lang="en-US" dirty="0"/>
              <a:t>XXM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50394964-E1A5-875B-9A69-D1E5F2BD9B3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265445" y="2625534"/>
            <a:ext cx="3516472" cy="1443178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7997" b="1" i="0">
                <a:latin typeface="Mona Sans Display" pitchFamily="2" charset="77"/>
                <a:cs typeface="Mona Sans Display" pitchFamily="2" charset="77"/>
              </a:defRPr>
            </a:lvl1pPr>
          </a:lstStyle>
          <a:p>
            <a:pPr lvl="0"/>
            <a:r>
              <a:rPr lang="en-US" dirty="0"/>
              <a:t>XXM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EE935C4F-12DD-E12D-84FB-2551C123201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02335" y="2023286"/>
            <a:ext cx="3522861" cy="58825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 algn="ctr">
              <a:buNone/>
              <a:defRPr sz="1799" b="0" i="0">
                <a:solidFill>
                  <a:schemeClr val="bg2"/>
                </a:solidFill>
                <a:latin typeface="Mona Sans" pitchFamily="2" charset="77"/>
                <a:cs typeface="Arial" panose="020B0604020202020204" pitchFamily="34" charset="0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 dirty="0"/>
              <a:t>Statement here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630124DD-0733-3A07-F9C7-A0560BA37FE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25715" y="2023286"/>
            <a:ext cx="3530127" cy="58825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 algn="ctr">
              <a:buNone/>
              <a:defRPr sz="1799" b="0" i="0">
                <a:solidFill>
                  <a:schemeClr val="bg2"/>
                </a:solidFill>
                <a:latin typeface="Mona Sans" pitchFamily="2" charset="77"/>
                <a:cs typeface="Arial" panose="020B0604020202020204" pitchFamily="34" charset="0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 dirty="0"/>
              <a:t>Statement here</a:t>
            </a:r>
          </a:p>
        </p:txBody>
      </p:sp>
      <p:sp>
        <p:nvSpPr>
          <p:cNvPr id="20" name="Text Placeholder 23">
            <a:extLst>
              <a:ext uri="{FF2B5EF4-FFF2-40B4-BE49-F238E27FC236}">
                <a16:creationId xmlns:a16="http://schemas.microsoft.com/office/drawing/2014/main" id="{FE6E5591-1F23-FE5F-8FF8-461F0CF6928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259996" y="2023286"/>
            <a:ext cx="3521994" cy="58825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 algn="ctr">
              <a:buNone/>
              <a:defRPr sz="1799" b="0" i="0">
                <a:solidFill>
                  <a:schemeClr val="bg2"/>
                </a:solidFill>
                <a:latin typeface="Mona Sans" pitchFamily="2" charset="77"/>
                <a:cs typeface="Arial" panose="020B0604020202020204" pitchFamily="34" charset="0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 dirty="0"/>
              <a:t>Statement here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66BF1E2-90EA-7E73-DC12-91B1E2A91052}"/>
              </a:ext>
            </a:extLst>
          </p:cNvPr>
          <p:cNvSpPr/>
          <p:nvPr userDrawn="1"/>
        </p:nvSpPr>
        <p:spPr>
          <a:xfrm>
            <a:off x="-63" y="6437150"/>
            <a:ext cx="12188952" cy="1828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7F3F83-A4A9-D286-D8F8-2D20F32AA77A}"/>
              </a:ext>
            </a:extLst>
          </p:cNvPr>
          <p:cNvSpPr/>
          <p:nvPr userDrawn="1"/>
        </p:nvSpPr>
        <p:spPr>
          <a:xfrm>
            <a:off x="11781917" y="6455664"/>
            <a:ext cx="9144" cy="402336"/>
          </a:xfrm>
          <a:prstGeom prst="rect">
            <a:avLst/>
          </a:prstGeom>
          <a:solidFill>
            <a:srgbClr val="90969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363C94F3-CC00-4073-F7F1-96ACAA8D2F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859825" y="6530993"/>
            <a:ext cx="260299" cy="251679"/>
          </a:xfrm>
          <a:prstGeom prst="rect">
            <a:avLst/>
          </a:prstGeom>
        </p:spPr>
      </p:pic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09B8A306-E638-F972-178B-8CF7F4CE48E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88913" y="6595277"/>
            <a:ext cx="11495038" cy="123111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800" cap="all" baseline="0">
                <a:solidFill>
                  <a:schemeClr val="bg2"/>
                </a:solidFill>
                <a:latin typeface="Mona Sans Mono" pitchFamily="2" charset="77"/>
                <a:cs typeface="Mona Sans Mono" pitchFamily="2" charset="77"/>
              </a:defRPr>
            </a:lvl1pPr>
          </a:lstStyle>
          <a:p>
            <a:pPr lvl="0"/>
            <a:r>
              <a:rPr lang="en-US" dirty="0"/>
              <a:t>OPTIONAL</a:t>
            </a:r>
          </a:p>
        </p:txBody>
      </p:sp>
    </p:spTree>
    <p:extLst>
      <p:ext uri="{BB962C8B-B14F-4D97-AF65-F5344CB8AC3E}">
        <p14:creationId xmlns:p14="http://schemas.microsoft.com/office/powerpoint/2010/main" val="24504417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 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FCB5CF14-4ACC-C0C7-A4E6-F8682B0F747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/>
          <a:stretch/>
        </p:blipFill>
        <p:spPr>
          <a:xfrm>
            <a:off x="10496" y="6801"/>
            <a:ext cx="12175156" cy="6848525"/>
          </a:xfrm>
          <a:prstGeom prst="rect">
            <a:avLst/>
          </a:prstGeom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42D8A4D9-8F32-DB59-469B-BCA2D87FFC83}"/>
              </a:ext>
            </a:extLst>
          </p:cNvPr>
          <p:cNvGrpSpPr/>
          <p:nvPr userDrawn="1"/>
        </p:nvGrpSpPr>
        <p:grpSpPr>
          <a:xfrm>
            <a:off x="2626202" y="2690659"/>
            <a:ext cx="7180585" cy="1476686"/>
            <a:chOff x="3041202" y="2545895"/>
            <a:chExt cx="7182456" cy="1476686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609F3F46-321F-6EC5-9894-AF5FFF219143}"/>
                </a:ext>
              </a:extLst>
            </p:cNvPr>
            <p:cNvSpPr txBox="1"/>
            <p:nvPr/>
          </p:nvSpPr>
          <p:spPr>
            <a:xfrm>
              <a:off x="4421886" y="2545895"/>
              <a:ext cx="5801772" cy="147668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l"/>
              <a:r>
                <a:rPr lang="en-US" sz="8996" b="0" i="0" dirty="0">
                  <a:latin typeface="Mona Sans Display" pitchFamily="2" charset="77"/>
                  <a:cs typeface="Mona Sans Display" pitchFamily="2" charset="77"/>
                </a:rPr>
                <a:t>Thank you</a:t>
              </a:r>
            </a:p>
          </p:txBody>
        </p:sp>
        <p:sp>
          <p:nvSpPr>
            <p:cNvPr id="31" name="Google Shape;1673;p69">
              <a:extLst>
                <a:ext uri="{FF2B5EF4-FFF2-40B4-BE49-F238E27FC236}">
                  <a16:creationId xmlns:a16="http://schemas.microsoft.com/office/drawing/2014/main" id="{C4035D34-7DC7-F577-0A06-C1DA67A89D2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041202" y="2702892"/>
              <a:ext cx="1178629" cy="1162690"/>
            </a:xfrm>
            <a:custGeom>
              <a:avLst/>
              <a:gdLst/>
              <a:ahLst/>
              <a:cxnLst/>
              <a:rect l="l" t="t" r="r" b="b"/>
              <a:pathLst>
                <a:path w="212020" h="209153" extrusionOk="0">
                  <a:moveTo>
                    <a:pt x="106010" y="0"/>
                  </a:moveTo>
                  <a:cubicBezTo>
                    <a:pt x="47387" y="0"/>
                    <a:pt x="0" y="47733"/>
                    <a:pt x="0" y="106781"/>
                  </a:cubicBezTo>
                  <a:cubicBezTo>
                    <a:pt x="0" y="154009"/>
                    <a:pt x="30361" y="193958"/>
                    <a:pt x="72488" y="208090"/>
                  </a:cubicBezTo>
                  <a:cubicBezTo>
                    <a:pt x="77748" y="209152"/>
                    <a:pt x="79687" y="205805"/>
                    <a:pt x="79687" y="202963"/>
                  </a:cubicBezTo>
                  <a:cubicBezTo>
                    <a:pt x="79687" y="200493"/>
                    <a:pt x="79501" y="192019"/>
                    <a:pt x="79501" y="183174"/>
                  </a:cubicBezTo>
                  <a:cubicBezTo>
                    <a:pt x="50017" y="189549"/>
                    <a:pt x="43881" y="170451"/>
                    <a:pt x="43881" y="170451"/>
                  </a:cubicBezTo>
                  <a:cubicBezTo>
                    <a:pt x="39126" y="158073"/>
                    <a:pt x="32114" y="154885"/>
                    <a:pt x="32114" y="154885"/>
                  </a:cubicBezTo>
                  <a:cubicBezTo>
                    <a:pt x="22472" y="148351"/>
                    <a:pt x="32831" y="148351"/>
                    <a:pt x="32831" y="148351"/>
                  </a:cubicBezTo>
                  <a:cubicBezTo>
                    <a:pt x="43535" y="149042"/>
                    <a:pt x="49140" y="159295"/>
                    <a:pt x="49140" y="159295"/>
                  </a:cubicBezTo>
                  <a:cubicBezTo>
                    <a:pt x="58623" y="175577"/>
                    <a:pt x="73896" y="170982"/>
                    <a:pt x="80032" y="168140"/>
                  </a:cubicBezTo>
                  <a:cubicBezTo>
                    <a:pt x="80908" y="161234"/>
                    <a:pt x="83724" y="156479"/>
                    <a:pt x="86699" y="153823"/>
                  </a:cubicBezTo>
                  <a:cubicBezTo>
                    <a:pt x="63191" y="151353"/>
                    <a:pt x="38436" y="142162"/>
                    <a:pt x="38436" y="101123"/>
                  </a:cubicBezTo>
                  <a:cubicBezTo>
                    <a:pt x="38436" y="89462"/>
                    <a:pt x="42659" y="79926"/>
                    <a:pt x="49326" y="72489"/>
                  </a:cubicBezTo>
                  <a:cubicBezTo>
                    <a:pt x="48264" y="69833"/>
                    <a:pt x="44571" y="58863"/>
                    <a:pt x="50362" y="44200"/>
                  </a:cubicBezTo>
                  <a:cubicBezTo>
                    <a:pt x="50362" y="44200"/>
                    <a:pt x="59313" y="41358"/>
                    <a:pt x="79501" y="55170"/>
                  </a:cubicBezTo>
                  <a:cubicBezTo>
                    <a:pt x="87921" y="52859"/>
                    <a:pt x="97058" y="51611"/>
                    <a:pt x="106010" y="51611"/>
                  </a:cubicBezTo>
                  <a:cubicBezTo>
                    <a:pt x="114961" y="51611"/>
                    <a:pt x="124072" y="52859"/>
                    <a:pt x="132519" y="55170"/>
                  </a:cubicBezTo>
                  <a:cubicBezTo>
                    <a:pt x="152680" y="41358"/>
                    <a:pt x="161631" y="44200"/>
                    <a:pt x="161631" y="44200"/>
                  </a:cubicBezTo>
                  <a:cubicBezTo>
                    <a:pt x="167422" y="58863"/>
                    <a:pt x="163756" y="69833"/>
                    <a:pt x="162693" y="72489"/>
                  </a:cubicBezTo>
                  <a:cubicBezTo>
                    <a:pt x="169547" y="79926"/>
                    <a:pt x="173584" y="89462"/>
                    <a:pt x="173584" y="101123"/>
                  </a:cubicBezTo>
                  <a:cubicBezTo>
                    <a:pt x="173584" y="142162"/>
                    <a:pt x="148828" y="151167"/>
                    <a:pt x="125135" y="153823"/>
                  </a:cubicBezTo>
                  <a:cubicBezTo>
                    <a:pt x="128986" y="157170"/>
                    <a:pt x="132333" y="163545"/>
                    <a:pt x="132333" y="173612"/>
                  </a:cubicBezTo>
                  <a:cubicBezTo>
                    <a:pt x="132333" y="187955"/>
                    <a:pt x="132147" y="199430"/>
                    <a:pt x="132147" y="202963"/>
                  </a:cubicBezTo>
                  <a:cubicBezTo>
                    <a:pt x="132147" y="205805"/>
                    <a:pt x="134086" y="209152"/>
                    <a:pt x="139345" y="208090"/>
                  </a:cubicBezTo>
                  <a:cubicBezTo>
                    <a:pt x="181473" y="193958"/>
                    <a:pt x="211834" y="154009"/>
                    <a:pt x="211834" y="106781"/>
                  </a:cubicBezTo>
                  <a:cubicBezTo>
                    <a:pt x="212019" y="47733"/>
                    <a:pt x="164447" y="0"/>
                    <a:pt x="106010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399">
                <a:latin typeface="Mona Sans" pitchFamily="2" charset="7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955769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39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peaker Card (1)">
    <p:bg>
      <p:bgPr>
        <a:solidFill>
          <a:srgbClr val="10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44" descr="A black and green rectangular object with a white line&#10;&#10;AI-generated content may be incorrect.">
            <a:extLst>
              <a:ext uri="{FF2B5EF4-FFF2-40B4-BE49-F238E27FC236}">
                <a16:creationId xmlns:a16="http://schemas.microsoft.com/office/drawing/2014/main" id="{4F4489C5-E215-8D70-746C-B5582A4FE78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0"/>
            <a:ext cx="2234327" cy="6858000"/>
          </a:xfrm>
          <a:prstGeom prst="rect">
            <a:avLst/>
          </a:prstGeom>
        </p:spPr>
      </p:pic>
      <p:sp>
        <p:nvSpPr>
          <p:cNvPr id="53" name="Rectangle 52">
            <a:extLst>
              <a:ext uri="{FF2B5EF4-FFF2-40B4-BE49-F238E27FC236}">
                <a16:creationId xmlns:a16="http://schemas.microsoft.com/office/drawing/2014/main" id="{CDD3A83C-C68D-A01C-8D55-A1D1099D7AE2}"/>
              </a:ext>
            </a:extLst>
          </p:cNvPr>
          <p:cNvSpPr/>
          <p:nvPr userDrawn="1"/>
        </p:nvSpPr>
        <p:spPr>
          <a:xfrm>
            <a:off x="2432958" y="5767540"/>
            <a:ext cx="9564624" cy="18288"/>
          </a:xfrm>
          <a:prstGeom prst="rect">
            <a:avLst/>
          </a:prstGeom>
          <a:solidFill>
            <a:srgbClr val="5A615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/>
          </a:p>
        </p:txBody>
      </p:sp>
      <p:sp>
        <p:nvSpPr>
          <p:cNvPr id="2" name="Google Shape;179;p20">
            <a:extLst>
              <a:ext uri="{FF2B5EF4-FFF2-40B4-BE49-F238E27FC236}">
                <a16:creationId xmlns:a16="http://schemas.microsoft.com/office/drawing/2014/main" id="{61125A65-45F8-A471-4B7F-AC11E8E32A7A}"/>
              </a:ext>
            </a:extLst>
          </p:cNvPr>
          <p:cNvSpPr>
            <a:spLocks noGrp="1"/>
          </p:cNvSpPr>
          <p:nvPr>
            <p:ph type="pic" idx="35"/>
          </p:nvPr>
        </p:nvSpPr>
        <p:spPr>
          <a:xfrm>
            <a:off x="2432959" y="5966441"/>
            <a:ext cx="687748" cy="697885"/>
          </a:xfrm>
          <a:prstGeom prst="rect">
            <a:avLst/>
          </a:prstGeom>
          <a:noFill/>
          <a:ln w="19050" cap="flat" cmpd="sng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  <a:latin typeface="Mona Sans" pitchFamily="2" charset="77"/>
              </a:defRPr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FD123D75-A39D-B792-0116-4A67E53B584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233879" y="5966441"/>
            <a:ext cx="8774021" cy="152601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>
              <a:buNone/>
              <a:defRPr sz="1400" b="0" i="0" cap="all" spc="0" baseline="0">
                <a:solidFill>
                  <a:schemeClr val="tx1"/>
                </a:solidFill>
                <a:latin typeface="Mona Sans Mono" pitchFamily="2" charset="77"/>
                <a:cs typeface="Mona Sans Mono" pitchFamily="2" charset="77"/>
              </a:defRPr>
            </a:lvl1pPr>
            <a:lvl2pPr marL="456880" indent="0">
              <a:buNone/>
              <a:defRPr/>
            </a:lvl2pPr>
            <a:lvl3pPr marL="913760" indent="0">
              <a:buNone/>
              <a:defRPr/>
            </a:lvl3pPr>
            <a:lvl4pPr marL="1370640" indent="0">
              <a:buNone/>
              <a:defRPr/>
            </a:lvl4pPr>
            <a:lvl5pPr marL="1827520" indent="0">
              <a:buNone/>
              <a:defRPr/>
            </a:lvl5pPr>
          </a:lstStyle>
          <a:p>
            <a:pPr lvl="0"/>
            <a:r>
              <a:rPr lang="en-US"/>
              <a:t>FIRST &amp; LAST NAME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743B97D3-FA80-C7A1-F2B5-14130DB8D13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225891" y="6242208"/>
            <a:ext cx="8774021" cy="152601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1400" b="0" i="0">
                <a:solidFill>
                  <a:schemeClr val="bg2"/>
                </a:solidFill>
                <a:latin typeface="Mona Sans Display" pitchFamily="2" charset="77"/>
                <a:cs typeface="Mona Sans Display" pitchFamily="2" charset="77"/>
              </a:defRPr>
            </a:lvl1pPr>
            <a:lvl2pPr marL="456880" indent="0">
              <a:buNone/>
              <a:defRPr/>
            </a:lvl2pPr>
            <a:lvl3pPr marL="913760" indent="0">
              <a:buNone/>
              <a:defRPr/>
            </a:lvl3pPr>
            <a:lvl4pPr marL="1370640" indent="0">
              <a:buNone/>
              <a:defRPr/>
            </a:lvl4pPr>
            <a:lvl5pPr marL="1827520" indent="0">
              <a:buNone/>
              <a:defRPr/>
            </a:lvl5pPr>
          </a:lstStyle>
          <a:p>
            <a:pPr lvl="0"/>
            <a:r>
              <a:rPr lang="en-US"/>
              <a:t>Position</a:t>
            </a:r>
          </a:p>
        </p:txBody>
      </p:sp>
      <p:sp>
        <p:nvSpPr>
          <p:cNvPr id="6" name="Text Placeholder 23">
            <a:extLst>
              <a:ext uri="{FF2B5EF4-FFF2-40B4-BE49-F238E27FC236}">
                <a16:creationId xmlns:a16="http://schemas.microsoft.com/office/drawing/2014/main" id="{A161DEC9-EF82-CC34-3B8F-865E1635353D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3225891" y="6517127"/>
            <a:ext cx="8774021" cy="152601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1400" b="0" i="0">
                <a:solidFill>
                  <a:schemeClr val="bg2"/>
                </a:solidFill>
                <a:latin typeface="Mona Sans Display" pitchFamily="2" charset="77"/>
                <a:cs typeface="Mona Sans Display" pitchFamily="2" charset="77"/>
              </a:defRPr>
            </a:lvl1pPr>
            <a:lvl2pPr marL="456880" indent="0">
              <a:buNone/>
              <a:defRPr/>
            </a:lvl2pPr>
            <a:lvl3pPr marL="913760" indent="0">
              <a:buNone/>
              <a:defRPr/>
            </a:lvl3pPr>
            <a:lvl4pPr marL="1370640" indent="0">
              <a:buNone/>
              <a:defRPr/>
            </a:lvl4pPr>
            <a:lvl5pPr marL="1827520" indent="0">
              <a:buNone/>
              <a:defRPr/>
            </a:lvl5pPr>
          </a:lstStyle>
          <a:p>
            <a:pPr lvl="0"/>
            <a:r>
              <a:rPr lang="en-US"/>
              <a:t>Company</a:t>
            </a:r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86B8320E-0D81-3983-CB21-EB31547660CF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2432957" y="190499"/>
            <a:ext cx="9566956" cy="5396429"/>
          </a:xfrm>
          <a:prstGeom prst="rect">
            <a:avLst/>
          </a:prstGeom>
        </p:spPr>
        <p:txBody>
          <a:bodyPr lIns="0" tIns="0" rIns="0" bIns="0"/>
          <a:lstStyle>
            <a:lvl1pPr>
              <a:defRPr sz="7198">
                <a:latin typeface="+mj-lt"/>
              </a:defRPr>
            </a:lvl1pPr>
          </a:lstStyle>
          <a:p>
            <a:pPr lvl="0"/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3213067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  <p15:guide id="3" orient="horz" pos="120">
          <p15:clr>
            <a:srgbClr val="FBAE40"/>
          </p15:clr>
        </p15:guide>
        <p15:guide id="4" pos="119">
          <p15:clr>
            <a:srgbClr val="FBAE40"/>
          </p15:clr>
        </p15:guide>
        <p15:guide id="5" pos="7559">
          <p15:clr>
            <a:srgbClr val="FBAE40"/>
          </p15:clr>
        </p15:guide>
        <p15:guide id="6" orient="horz" pos="420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10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755944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781" r:id="rId3"/>
    <p:sldLayoutId id="2147483664" r:id="rId4"/>
    <p:sldLayoutId id="2147483811" r:id="rId5"/>
    <p:sldLayoutId id="2147483812" r:id="rId6"/>
    <p:sldLayoutId id="2147483814" r:id="rId7"/>
    <p:sldLayoutId id="2147483827" r:id="rId8"/>
    <p:sldLayoutId id="2147483673" r:id="rId9"/>
    <p:sldLayoutId id="2147483982" r:id="rId10"/>
  </p:sldLayoutIdLst>
  <p:txStyles>
    <p:titleStyle>
      <a:lvl1pPr algn="l" defTabSz="914034" rtl="0" eaLnBrk="1" latinLnBrk="0" hangingPunct="1">
        <a:lnSpc>
          <a:spcPct val="90000"/>
        </a:lnSpc>
        <a:spcBef>
          <a:spcPct val="0"/>
        </a:spcBef>
        <a:buNone/>
        <a:defRPr sz="3599" b="1" i="0" kern="1200">
          <a:solidFill>
            <a:schemeClr val="tx1"/>
          </a:solidFill>
          <a:latin typeface="Mona-Sans" pitchFamily="2" charset="77"/>
          <a:ea typeface="+mj-ea"/>
          <a:cs typeface="Arial" panose="020B0604020202020204" pitchFamily="34" charset="0"/>
        </a:defRPr>
      </a:lvl1pPr>
    </p:titleStyle>
    <p:bodyStyle>
      <a:lvl1pPr marL="0" indent="0" algn="l" defTabSz="91403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199" b="0" i="0" kern="1200">
          <a:solidFill>
            <a:schemeClr val="tx1"/>
          </a:solidFill>
          <a:latin typeface="Mona-Sans Regular" pitchFamily="2" charset="77"/>
          <a:ea typeface="+mn-ea"/>
          <a:cs typeface="Arial" panose="020B0604020202020204" pitchFamily="34" charset="0"/>
        </a:defRPr>
      </a:lvl1pPr>
      <a:lvl2pPr marL="457017" indent="0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799" b="0" i="0" kern="1200">
          <a:solidFill>
            <a:schemeClr val="tx1"/>
          </a:solidFill>
          <a:latin typeface="Mona-Sans Regular" pitchFamily="2" charset="77"/>
          <a:ea typeface="+mn-ea"/>
          <a:cs typeface="Arial" panose="020B0604020202020204" pitchFamily="34" charset="0"/>
        </a:defRPr>
      </a:lvl2pPr>
      <a:lvl3pPr marL="914034" indent="0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799" b="0" i="0" kern="1200">
          <a:solidFill>
            <a:schemeClr val="tx1"/>
          </a:solidFill>
          <a:latin typeface="Mona-Sans Regular" pitchFamily="2" charset="77"/>
          <a:ea typeface="+mn-ea"/>
          <a:cs typeface="Arial" panose="020B0604020202020204" pitchFamily="34" charset="0"/>
        </a:defRPr>
      </a:lvl3pPr>
      <a:lvl4pPr marL="1371051" indent="0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799" b="0" i="0" kern="1200">
          <a:solidFill>
            <a:schemeClr val="tx1"/>
          </a:solidFill>
          <a:latin typeface="Mona-Sans Regular" pitchFamily="2" charset="77"/>
          <a:ea typeface="+mn-ea"/>
          <a:cs typeface="Arial" panose="020B0604020202020204" pitchFamily="34" charset="0"/>
        </a:defRPr>
      </a:lvl4pPr>
      <a:lvl5pPr marL="1828068" indent="0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799" b="0" i="0" kern="1200">
          <a:solidFill>
            <a:schemeClr val="tx1"/>
          </a:solidFill>
          <a:latin typeface="Mona-Sans Regular" pitchFamily="2" charset="77"/>
          <a:ea typeface="+mn-ea"/>
          <a:cs typeface="Arial" panose="020B0604020202020204" pitchFamily="34" charset="0"/>
        </a:defRPr>
      </a:lvl5pPr>
      <a:lvl6pPr marL="2513594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611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628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646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17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034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051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068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086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103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120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137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  <p15:guide id="3" pos="119" userDrawn="1">
          <p15:clr>
            <a:srgbClr val="F26B43"/>
          </p15:clr>
        </p15:guide>
        <p15:guide id="4" pos="7559" userDrawn="1">
          <p15:clr>
            <a:srgbClr val="F26B43"/>
          </p15:clr>
        </p15:guide>
        <p15:guide id="5" orient="horz" pos="120" userDrawn="1">
          <p15:clr>
            <a:srgbClr val="F26B43"/>
          </p15:clr>
        </p15:guide>
        <p15:guide id="6" orient="horz" pos="4200" userDrawn="1">
          <p15:clr>
            <a:srgbClr val="F26B43"/>
          </p15:clr>
        </p15:guide>
        <p15:guide id="7" pos="239" userDrawn="1">
          <p15:clr>
            <a:srgbClr val="F26B43"/>
          </p15:clr>
        </p15:guide>
        <p15:guide id="8" orient="horz" pos="264" userDrawn="1">
          <p15:clr>
            <a:srgbClr val="F26B43"/>
          </p15:clr>
        </p15:guide>
        <p15:guide id="9" orient="horz" pos="4056" userDrawn="1">
          <p15:clr>
            <a:srgbClr val="F26B43"/>
          </p15:clr>
        </p15:guide>
        <p15:guide id="10" pos="74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2483C6-997D-48C5-6654-6016D9A77C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24B86A2-136B-1A68-29BF-54E683BC239D}"/>
              </a:ext>
            </a:extLst>
          </p:cNvPr>
          <p:cNvSpPr>
            <a:spLocks noGrp="1"/>
          </p:cNvSpPr>
          <p:nvPr>
            <p:ph type="body" sz="quarter" idx="62"/>
          </p:nvPr>
        </p:nvSpPr>
        <p:spPr>
          <a:xfrm>
            <a:off x="2439405" y="1926886"/>
            <a:ext cx="9566956" cy="2278307"/>
          </a:xfrm>
        </p:spPr>
        <p:txBody>
          <a:bodyPr/>
          <a:lstStyle/>
          <a:p>
            <a:r>
              <a:rPr lang="en-US" sz="7998" dirty="0"/>
              <a:t>GitHub Copilot
Hands-On Workshop</a:t>
            </a:r>
            <a:br>
              <a:rPr lang="en-US" sz="7998" dirty="0"/>
            </a:br>
            <a:endParaRPr lang="en-US" sz="7998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1037CD5-B1B7-6B24-4037-7975205D0B7E}"/>
              </a:ext>
            </a:extLst>
          </p:cNvPr>
          <p:cNvPicPr>
            <a:picLocks noGrp="1"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726" r="726"/>
          <a:stretch/>
        </p:blipFill>
        <p:spPr>
          <a:xfrm>
            <a:off x="2433911" y="5965780"/>
            <a:ext cx="687569" cy="697703"/>
          </a:xfrm>
          <a:prstGeom prst="rect">
            <a:avLst/>
          </a:prstGeom>
          <a:noFill/>
          <a:ln w="19050" cap="flat" cmpd="sng">
            <a:noFill/>
            <a:prstDash val="solid"/>
            <a:round/>
            <a:headEnd type="none" w="sm" len="sm"/>
            <a:tailEnd type="none" w="sm" len="sm"/>
          </a:ln>
          <a:effectLst/>
        </p:spPr>
      </p:pic>
      <p:sp>
        <p:nvSpPr>
          <p:cNvPr id="9" name="Text Placeholder 24">
            <a:extLst>
              <a:ext uri="{FF2B5EF4-FFF2-40B4-BE49-F238E27FC236}">
                <a16:creationId xmlns:a16="http://schemas.microsoft.com/office/drawing/2014/main" id="{D185CAFD-26E2-BF61-BB7C-2CFF6A661B01}"/>
              </a:ext>
            </a:extLst>
          </p:cNvPr>
          <p:cNvSpPr>
            <a:spLocks noGrp="1"/>
          </p:cNvSpPr>
          <p:nvPr/>
        </p:nvSpPr>
        <p:spPr>
          <a:xfrm>
            <a:off x="3234625" y="5965780"/>
            <a:ext cx="8771736" cy="152561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 defTabSz="91403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 kern="1200" cap="all" spc="0" baseline="0">
                <a:solidFill>
                  <a:schemeClr val="tx1"/>
                </a:solidFill>
                <a:latin typeface="Mona Sans Mono" pitchFamily="2" charset="77"/>
                <a:ea typeface="+mn-ea"/>
                <a:cs typeface="Mona Sans Mono" pitchFamily="2" charset="77"/>
              </a:defRPr>
            </a:lvl1pPr>
            <a:lvl2pPr marL="457017" indent="0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799" b="0" i="0" kern="1200">
                <a:solidFill>
                  <a:schemeClr val="tx1"/>
                </a:solidFill>
                <a:latin typeface="Mona-Sans Regular" pitchFamily="2" charset="77"/>
                <a:ea typeface="+mn-ea"/>
                <a:cs typeface="Arial" panose="020B0604020202020204" pitchFamily="34" charset="0"/>
              </a:defRPr>
            </a:lvl2pPr>
            <a:lvl3pPr marL="914034" indent="0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799" b="0" i="0" kern="1200">
                <a:solidFill>
                  <a:schemeClr val="tx1"/>
                </a:solidFill>
                <a:latin typeface="Mona-Sans Regular" pitchFamily="2" charset="77"/>
                <a:ea typeface="+mn-ea"/>
                <a:cs typeface="Arial" panose="020B0604020202020204" pitchFamily="34" charset="0"/>
              </a:defRPr>
            </a:lvl3pPr>
            <a:lvl4pPr marL="1371051" indent="0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799" b="0" i="0" kern="1200">
                <a:solidFill>
                  <a:schemeClr val="tx1"/>
                </a:solidFill>
                <a:latin typeface="Mona-Sans Regular" pitchFamily="2" charset="77"/>
                <a:ea typeface="+mn-ea"/>
                <a:cs typeface="Arial" panose="020B0604020202020204" pitchFamily="34" charset="0"/>
              </a:defRPr>
            </a:lvl4pPr>
            <a:lvl5pPr marL="1828068" indent="0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799" b="0" i="0" kern="1200">
                <a:solidFill>
                  <a:schemeClr val="tx1"/>
                </a:solidFill>
                <a:latin typeface="Mona-Sans Regular" pitchFamily="2" charset="77"/>
                <a:ea typeface="+mn-ea"/>
                <a:cs typeface="Arial" panose="020B0604020202020204" pitchFamily="34" charset="0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Abhi Singh</a:t>
            </a:r>
          </a:p>
        </p:txBody>
      </p:sp>
      <p:sp>
        <p:nvSpPr>
          <p:cNvPr id="10" name="Text Placeholder 34">
            <a:extLst>
              <a:ext uri="{FF2B5EF4-FFF2-40B4-BE49-F238E27FC236}">
                <a16:creationId xmlns:a16="http://schemas.microsoft.com/office/drawing/2014/main" id="{D49788B7-B38E-6E4F-74CA-B6A7EA8FB035}"/>
              </a:ext>
            </a:extLst>
          </p:cNvPr>
          <p:cNvSpPr>
            <a:spLocks noGrp="1"/>
          </p:cNvSpPr>
          <p:nvPr/>
        </p:nvSpPr>
        <p:spPr>
          <a:xfrm>
            <a:off x="3226640" y="6241475"/>
            <a:ext cx="8771736" cy="152561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 algn="l" defTabSz="914034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bg2"/>
                </a:solidFill>
                <a:latin typeface="Mona Sans Display" pitchFamily="2" charset="77"/>
                <a:ea typeface="+mn-ea"/>
                <a:cs typeface="Mona Sans Display" pitchFamily="2" charset="77"/>
              </a:defRPr>
            </a:lvl1pPr>
            <a:lvl2pPr marL="457017" indent="0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799" b="0" i="0" kern="1200">
                <a:solidFill>
                  <a:schemeClr val="tx1"/>
                </a:solidFill>
                <a:latin typeface="Mona-Sans Regular" pitchFamily="2" charset="77"/>
                <a:ea typeface="+mn-ea"/>
                <a:cs typeface="Arial" panose="020B0604020202020204" pitchFamily="34" charset="0"/>
              </a:defRPr>
            </a:lvl2pPr>
            <a:lvl3pPr marL="914034" indent="0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799" b="0" i="0" kern="1200">
                <a:solidFill>
                  <a:schemeClr val="tx1"/>
                </a:solidFill>
                <a:latin typeface="Mona-Sans Regular" pitchFamily="2" charset="77"/>
                <a:ea typeface="+mn-ea"/>
                <a:cs typeface="Arial" panose="020B0604020202020204" pitchFamily="34" charset="0"/>
              </a:defRPr>
            </a:lvl3pPr>
            <a:lvl4pPr marL="1371051" indent="0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799" b="0" i="0" kern="1200">
                <a:solidFill>
                  <a:schemeClr val="tx1"/>
                </a:solidFill>
                <a:latin typeface="Mona-Sans Regular" pitchFamily="2" charset="77"/>
                <a:ea typeface="+mn-ea"/>
                <a:cs typeface="Arial" panose="020B0604020202020204" pitchFamily="34" charset="0"/>
              </a:defRPr>
            </a:lvl4pPr>
            <a:lvl5pPr marL="1828068" indent="0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799" b="0" i="0" kern="1200">
                <a:solidFill>
                  <a:schemeClr val="tx1"/>
                </a:solidFill>
                <a:latin typeface="Mona-Sans Regular" pitchFamily="2" charset="77"/>
                <a:ea typeface="+mn-ea"/>
                <a:cs typeface="Arial" panose="020B0604020202020204" pitchFamily="34" charset="0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Solutions Engineer</a:t>
            </a:r>
          </a:p>
        </p:txBody>
      </p:sp>
      <p:sp>
        <p:nvSpPr>
          <p:cNvPr id="11" name="Text Placeholder 36">
            <a:extLst>
              <a:ext uri="{FF2B5EF4-FFF2-40B4-BE49-F238E27FC236}">
                <a16:creationId xmlns:a16="http://schemas.microsoft.com/office/drawing/2014/main" id="{D1BB1DBD-CA2C-7300-1EEF-C63B40838480}"/>
              </a:ext>
            </a:extLst>
          </p:cNvPr>
          <p:cNvSpPr>
            <a:spLocks noGrp="1"/>
          </p:cNvSpPr>
          <p:nvPr/>
        </p:nvSpPr>
        <p:spPr>
          <a:xfrm>
            <a:off x="3226640" y="6516322"/>
            <a:ext cx="8771736" cy="152561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 algn="l" defTabSz="914034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bg2"/>
                </a:solidFill>
                <a:latin typeface="Mona Sans Display" pitchFamily="2" charset="77"/>
                <a:ea typeface="+mn-ea"/>
                <a:cs typeface="Mona Sans Display" pitchFamily="2" charset="77"/>
              </a:defRPr>
            </a:lvl1pPr>
            <a:lvl2pPr marL="457017" indent="0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799" b="0" i="0" kern="1200">
                <a:solidFill>
                  <a:schemeClr val="tx1"/>
                </a:solidFill>
                <a:latin typeface="Mona-Sans Regular" pitchFamily="2" charset="77"/>
                <a:ea typeface="+mn-ea"/>
                <a:cs typeface="Arial" panose="020B0604020202020204" pitchFamily="34" charset="0"/>
              </a:defRPr>
            </a:lvl2pPr>
            <a:lvl3pPr marL="914034" indent="0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799" b="0" i="0" kern="1200">
                <a:solidFill>
                  <a:schemeClr val="tx1"/>
                </a:solidFill>
                <a:latin typeface="Mona-Sans Regular" pitchFamily="2" charset="77"/>
                <a:ea typeface="+mn-ea"/>
                <a:cs typeface="Arial" panose="020B0604020202020204" pitchFamily="34" charset="0"/>
              </a:defRPr>
            </a:lvl3pPr>
            <a:lvl4pPr marL="1371051" indent="0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799" b="0" i="0" kern="1200">
                <a:solidFill>
                  <a:schemeClr val="tx1"/>
                </a:solidFill>
                <a:latin typeface="Mona-Sans Regular" pitchFamily="2" charset="77"/>
                <a:ea typeface="+mn-ea"/>
                <a:cs typeface="Arial" panose="020B0604020202020204" pitchFamily="34" charset="0"/>
              </a:defRPr>
            </a:lvl4pPr>
            <a:lvl5pPr marL="1828068" indent="0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799" b="0" i="0" kern="1200">
                <a:solidFill>
                  <a:schemeClr val="tx1"/>
                </a:solidFill>
                <a:latin typeface="Mona-Sans Regular" pitchFamily="2" charset="77"/>
                <a:ea typeface="+mn-ea"/>
                <a:cs typeface="Arial" panose="020B0604020202020204" pitchFamily="34" charset="0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GitHub</a:t>
            </a:r>
          </a:p>
        </p:txBody>
      </p:sp>
    </p:spTree>
    <p:extLst>
      <p:ext uri="{BB962C8B-B14F-4D97-AF65-F5344CB8AC3E}">
        <p14:creationId xmlns:p14="http://schemas.microsoft.com/office/powerpoint/2010/main" val="41850513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Meet your AI pair programmer  and learn to build with it.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t>01</a:t>
            </a:r>
          </a:p>
          <a:p>
            <a:r>
              <a:t>02</a:t>
            </a:r>
          </a:p>
          <a:p>
            <a:r>
              <a:t>03</a:t>
            </a:r>
          </a:p>
          <a:p>
            <a:r>
              <a:t>04</a:t>
            </a:r>
          </a:p>
          <a:p>
            <a:r>
              <a:t>05</a:t>
            </a:r>
          </a:p>
          <a:p>
            <a:r>
              <a:t>06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dirty="0"/>
              <a:t>Setup &amp; Basics</a:t>
            </a:r>
          </a:p>
          <a:p>
            <a:r>
              <a:rPr dirty="0"/>
              <a:t>Comment-to-Code</a:t>
            </a:r>
          </a:p>
          <a:p>
            <a:r>
              <a:rPr dirty="0"/>
              <a:t>Code Completion</a:t>
            </a:r>
          </a:p>
          <a:p>
            <a:r>
              <a:rPr dirty="0"/>
              <a:t>Copilot Chat</a:t>
            </a:r>
          </a:p>
          <a:p>
            <a:r>
              <a:rPr dirty="0"/>
              <a:t>Real-World Project</a:t>
            </a:r>
          </a:p>
          <a:p>
            <a:r>
              <a:rPr dirty="0"/>
              <a:t>Advanced: Agents, Skills &amp; MCP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2083" y="2699007"/>
            <a:ext cx="11384657" cy="1459986"/>
          </a:xfrm>
        </p:spPr>
        <p:txBody>
          <a:bodyPr/>
          <a:lstStyle/>
          <a:p>
            <a:r>
              <a:rPr dirty="0"/>
              <a:t>Before you start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11477" y="2402017"/>
            <a:ext cx="11379581" cy="2169984"/>
          </a:xfrm>
        </p:spPr>
        <p:txBody>
          <a:bodyPr/>
          <a:lstStyle/>
          <a:p>
            <a:r>
              <a:rPr dirty="0"/>
              <a:t>GitHub Copilot license activated</a:t>
            </a:r>
          </a:p>
          <a:p>
            <a:r>
              <a:rPr dirty="0"/>
              <a:t>VS Code with the GitHub Copilot extension</a:t>
            </a:r>
          </a:p>
          <a:p>
            <a:r>
              <a:rPr dirty="0"/>
              <a:t>Node.js 20+ and Git installed and configured</a:t>
            </a:r>
          </a:p>
          <a:p>
            <a:r>
              <a:rPr dirty="0"/>
              <a:t>Clone the repo, then run </a:t>
            </a:r>
            <a:r>
              <a:rPr dirty="0" err="1"/>
              <a:t>npm</a:t>
            </a:r>
            <a:r>
              <a:rPr dirty="0"/>
              <a:t> install</a:t>
            </a:r>
          </a:p>
          <a:p>
            <a:r>
              <a:rPr dirty="0"/>
              <a:t>Verify the Copilot icon appears in the status bar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dirty="0"/>
              <a:t>Setup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411478" y="1487548"/>
            <a:ext cx="11379581" cy="882013"/>
          </a:xfrm>
        </p:spPr>
        <p:txBody>
          <a:bodyPr/>
          <a:lstStyle/>
          <a:p>
            <a:r>
              <a:rPr dirty="0"/>
              <a:t>Prerequisites &amp; setup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2083" y="2752170"/>
            <a:ext cx="11384657" cy="1353660"/>
          </a:xfrm>
        </p:spPr>
        <p:txBody>
          <a:bodyPr/>
          <a:lstStyle/>
          <a:p>
            <a:r>
              <a:rPr dirty="0"/>
              <a:t>The exercises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t>Roadmap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Your workshop journey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02335" y="1710900"/>
          <a:ext cx="11379580" cy="43275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794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83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518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8225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Mona Sans"/>
                        </a:rPr>
                        <a:t>Exercise</a:t>
                      </a:r>
                    </a:p>
                  </a:txBody>
                  <a:tcPr marL="137160">
                    <a:solidFill>
                      <a:srgbClr val="0D68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Mona Sans"/>
                        </a:rPr>
                        <a:t>Duration</a:t>
                      </a:r>
                    </a:p>
                  </a:txBody>
                  <a:tcPr marL="137160">
                    <a:solidFill>
                      <a:srgbClr val="0D68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Mona Sans"/>
                        </a:rPr>
                        <a:t>Focus area</a:t>
                      </a:r>
                    </a:p>
                  </a:txBody>
                  <a:tcPr marL="137160">
                    <a:solidFill>
                      <a:srgbClr val="0D68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8225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0262C"/>
                          </a:solidFill>
                          <a:latin typeface="Mona Sans"/>
                        </a:rPr>
                        <a:t>1 · Setup &amp; Basics</a:t>
                      </a:r>
                    </a:p>
                  </a:txBody>
                  <a:tcPr marL="137160">
                    <a:solidFill>
                      <a:srgbClr val="EAFB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0262C"/>
                          </a:solidFill>
                          <a:latin typeface="Mona Sans"/>
                        </a:rPr>
                        <a:t>20 min</a:t>
                      </a:r>
                    </a:p>
                  </a:txBody>
                  <a:tcPr marL="137160">
                    <a:solidFill>
                      <a:srgbClr val="EAFB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0262C"/>
                          </a:solidFill>
                          <a:latin typeface="Mona Sans"/>
                        </a:rPr>
                        <a:t>Getting familiar with Copilot</a:t>
                      </a:r>
                    </a:p>
                  </a:txBody>
                  <a:tcPr marL="137160">
                    <a:solidFill>
                      <a:srgbClr val="EAFB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8225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0262C"/>
                          </a:solidFill>
                          <a:latin typeface="Mona Sans"/>
                        </a:rPr>
                        <a:t>2 · Comment-to-Code</a:t>
                      </a:r>
                    </a:p>
                  </a:txBody>
                  <a:tcPr marL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0262C"/>
                          </a:solidFill>
                          <a:latin typeface="Mona Sans"/>
                        </a:rPr>
                        <a:t>30 min</a:t>
                      </a:r>
                    </a:p>
                  </a:txBody>
                  <a:tcPr marL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0262C"/>
                          </a:solidFill>
                          <a:latin typeface="Mona Sans"/>
                        </a:rPr>
                        <a:t>Writing descriptive comments</a:t>
                      </a:r>
                    </a:p>
                  </a:txBody>
                  <a:tcPr marL="13716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8225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0262C"/>
                          </a:solidFill>
                          <a:latin typeface="Mona Sans"/>
                        </a:rPr>
                        <a:t>3 · Code Completion</a:t>
                      </a:r>
                    </a:p>
                  </a:txBody>
                  <a:tcPr marL="137160">
                    <a:solidFill>
                      <a:srgbClr val="EAFB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0262C"/>
                          </a:solidFill>
                          <a:latin typeface="Mona Sans"/>
                        </a:rPr>
                        <a:t>30 min</a:t>
                      </a:r>
                    </a:p>
                  </a:txBody>
                  <a:tcPr marL="137160">
                    <a:solidFill>
                      <a:srgbClr val="EAFB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0262C"/>
                          </a:solidFill>
                          <a:latin typeface="Mona Sans"/>
                        </a:rPr>
                        <a:t>Understanding Copilot patterns</a:t>
                      </a:r>
                    </a:p>
                  </a:txBody>
                  <a:tcPr marL="137160">
                    <a:solidFill>
                      <a:srgbClr val="EAFB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8225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0262C"/>
                          </a:solidFill>
                          <a:latin typeface="Mona Sans"/>
                        </a:rPr>
                        <a:t>4 · Copilot Chat</a:t>
                      </a:r>
                    </a:p>
                  </a:txBody>
                  <a:tcPr marL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0262C"/>
                          </a:solidFill>
                          <a:latin typeface="Mona Sans"/>
                        </a:rPr>
                        <a:t>45 min</a:t>
                      </a:r>
                    </a:p>
                  </a:txBody>
                  <a:tcPr marL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0262C"/>
                          </a:solidFill>
                          <a:latin typeface="Mona Sans"/>
                        </a:rPr>
                        <a:t>Using chat features</a:t>
                      </a:r>
                    </a:p>
                  </a:txBody>
                  <a:tcPr marL="13716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8225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0262C"/>
                          </a:solidFill>
                          <a:latin typeface="Mona Sans"/>
                        </a:rPr>
                        <a:t>5 · Real-World Project</a:t>
                      </a:r>
                    </a:p>
                  </a:txBody>
                  <a:tcPr marL="137160">
                    <a:solidFill>
                      <a:srgbClr val="EAFB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0262C"/>
                          </a:solidFill>
                          <a:latin typeface="Mona Sans"/>
                        </a:rPr>
                        <a:t>60 min</a:t>
                      </a:r>
                    </a:p>
                  </a:txBody>
                  <a:tcPr marL="137160">
                    <a:solidFill>
                      <a:srgbClr val="EAFB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0262C"/>
                          </a:solidFill>
                          <a:latin typeface="Mona Sans"/>
                        </a:rPr>
                        <a:t>Building a complete application</a:t>
                      </a:r>
                    </a:p>
                  </a:txBody>
                  <a:tcPr marL="137160">
                    <a:solidFill>
                      <a:srgbClr val="EAFB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8231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0262C"/>
                          </a:solidFill>
                          <a:latin typeface="Mona Sans"/>
                        </a:rPr>
                        <a:t>6 · Advanced (Bonus)</a:t>
                      </a:r>
                    </a:p>
                  </a:txBody>
                  <a:tcPr marL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dirty="0">
                          <a:solidFill>
                            <a:srgbClr val="20262C"/>
                          </a:solidFill>
                          <a:latin typeface="Mona Sans"/>
                        </a:rPr>
                        <a:t>90 min</a:t>
                      </a:r>
                    </a:p>
                  </a:txBody>
                  <a:tcPr marL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dirty="0">
                          <a:solidFill>
                            <a:srgbClr val="20262C"/>
                          </a:solidFill>
                          <a:latin typeface="Mona Sans"/>
                        </a:rPr>
                        <a:t>Custom agents, skills &amp; MCP</a:t>
                      </a:r>
                    </a:p>
                  </a:txBody>
                  <a:tcPr marL="13716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17791" y="1923552"/>
            <a:ext cx="11379581" cy="1718100"/>
          </a:xfrm>
        </p:spPr>
        <p:txBody>
          <a:bodyPr/>
          <a:lstStyle/>
          <a:p>
            <a:r>
              <a:rPr dirty="0"/>
              <a:t>Get comfortable with Copilot's core code suggestions.</a:t>
            </a:r>
          </a:p>
          <a:p>
            <a:r>
              <a:rPr dirty="0"/>
              <a:t>Verify Copilot is active, then trigger a suggestion from a comment.</a:t>
            </a:r>
          </a:p>
          <a:p>
            <a:r>
              <a:rPr dirty="0"/>
              <a:t>Cycle alternatives with Alt+] / Alt+[ and accept with Tab.</a:t>
            </a:r>
          </a:p>
          <a:p>
            <a:r>
              <a:rPr dirty="0"/>
              <a:t>Let inline completion finish a function for you.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dirty="0"/>
              <a:t>Exercise 01 · 20 min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517792" y="1009083"/>
            <a:ext cx="11379581" cy="882013"/>
          </a:xfrm>
        </p:spPr>
        <p:txBody>
          <a:bodyPr/>
          <a:lstStyle/>
          <a:p>
            <a:r>
              <a:rPr dirty="0"/>
              <a:t>Setup &amp; Basics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Write clear comments that generate high-quality code.</a:t>
            </a:r>
          </a:p>
          <a:p>
            <a:r>
              <a:rPr dirty="0"/>
              <a:t>Build data-structure, algorithm and business-logic functions.</a:t>
            </a:r>
          </a:p>
          <a:p>
            <a:r>
              <a:rPr dirty="0"/>
              <a:t>Generate test cases straight from your comments.</a:t>
            </a:r>
          </a:p>
          <a:p>
            <a:r>
              <a:rPr dirty="0"/>
              <a:t>Learn why specificity — inputs, outputs, edge cases — matters.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t>Exercise 02 · 30 min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Comment-to-Code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Master multi-line completion and working with partial code.</a:t>
            </a:r>
          </a:p>
          <a:p>
            <a:r>
              <a:t>Complete functions, classes and async API calls.</a:t>
            </a:r>
          </a:p>
          <a:p>
            <a:r>
              <a:t>Recognize loop, iteration and error-handling patterns.</a:t>
            </a:r>
          </a:p>
          <a:p>
            <a:r>
              <a:t>Use context — names and imports — to steer suggestions.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t>Exercise 03 · 30 min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Code Completion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Explain, debug, document and test with Copilot Chat.</a:t>
            </a:r>
          </a:p>
          <a:p>
            <a:r>
              <a:t>Use slash commands: /explain, /fix, /doc, /tests.</a:t>
            </a:r>
          </a:p>
          <a:p>
            <a:r>
              <a:t>Optimize and refactor complex, nested functions.</a:t>
            </a:r>
          </a:p>
          <a:p>
            <a:r>
              <a:t>Analyze code for security and quality issues.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t>Exercise 04 · 45 min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Copilot Chat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Build a complete Task Manager — REST API + web UI.</a:t>
            </a:r>
          </a:p>
          <a:p>
            <a:r>
              <a:t>Express server backed by an in-memory task store.</a:t>
            </a:r>
          </a:p>
          <a:p>
            <a:r>
              <a:t>Interactive frontend that updates without a refresh.</a:t>
            </a:r>
          </a:p>
          <a:p>
            <a:r>
              <a:t>Verify end-to-end in the browser and with curl.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t>Exercise 05 · 60 min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Real-World Project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Orchestrate an end-to-end feature with a custom agent.</a:t>
            </a:r>
          </a:p>
          <a:p>
            <a:r>
              <a:t>Add repo instructions and a reusable task-crud skill.</a:t>
            </a:r>
          </a:p>
          <a:p>
            <a:r>
              <a:t>Drive and verify the UI with the Playwright MCP server.</a:t>
            </a:r>
          </a:p>
          <a:p>
            <a:r>
              <a:t>Run the implement → verify → fix → re-verify loop.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t>Exercise 06 · 90 min · Bonus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Agents, Skills &amp; MCP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7593852"/>
      </p:ext>
    </p:extLst>
  </p:cSld>
  <p:clrMapOvr>
    <a:masterClrMapping/>
  </p:clrMapOvr>
</p:sld>
</file>

<file path=ppt/theme/theme1.xml><?xml version="1.0" encoding="utf-8"?>
<a:theme xmlns:a="http://schemas.openxmlformats.org/drawingml/2006/main" name="GitHub Default Theme_dark version">
  <a:themeElements>
    <a:clrScheme name="2026 GitHub Core Brand">
      <a:dk1>
        <a:srgbClr val="000000"/>
      </a:dk1>
      <a:lt1>
        <a:srgbClr val="FFFFFF"/>
      </a:lt1>
      <a:dk2>
        <a:srgbClr val="B0BAC3"/>
      </a:dk2>
      <a:lt2>
        <a:srgbClr val="20262C"/>
      </a:lt2>
      <a:accent1>
        <a:srgbClr val="BEFFD0"/>
      </a:accent1>
      <a:accent2>
        <a:srgbClr val="8BF1A6"/>
      </a:accent2>
      <a:accent3>
        <a:srgbClr val="5EEC83"/>
      </a:accent3>
      <a:accent4>
        <a:srgbClr val="0EBE3D"/>
      </a:accent4>
      <a:accent5>
        <a:srgbClr val="0D6836"/>
      </a:accent5>
      <a:accent6>
        <a:srgbClr val="09241A"/>
      </a:accent6>
      <a:hlink>
        <a:srgbClr val="2F94FF"/>
      </a:hlink>
      <a:folHlink>
        <a:srgbClr val="B870FF"/>
      </a:folHlink>
    </a:clrScheme>
    <a:fontScheme name="Custom Theme Name">
      <a:majorFont>
        <a:latin typeface="Mona Sans Display"/>
        <a:ea typeface=""/>
        <a:cs typeface=""/>
      </a:majorFont>
      <a:minorFont>
        <a:latin typeface="Mon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6" id="{9A3F130A-65AD-2E46-8570-7E422507EE38}" vid="{FACF46E5-347D-A94F-923D-FA6547228A1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roductName xmlns="39208136-c58e-4e30-a1ea-e9b896dfd74b">GitHub Copilot, GitHub Actions, GitHub Advanced Security, GitHub Enterprise Cloud, GHC, GHA, GHAS, GHEC</ProductName>
    <_ip_UnifiedCompliancePolicyUIAction xmlns="http://schemas.microsoft.com/sharepoint/v3" xsi:nil="true"/>
    <Audience xmlns="39208136-c58e-4e30-a1ea-e9b896dfd74b" xsi:nil="true"/>
    <_ip_UnifiedCompliancePolicyProperties xmlns="http://schemas.microsoft.com/sharepoint/v3" xsi:nil="true"/>
    <LastUpdatedDate xmlns="39208136-c58e-4e30-a1ea-e9b896dfd74b" xsi:nil="true"/>
    <Topic xmlns="39208136-c58e-4e30-a1ea-e9b896dfd74b" xsi:nil="true"/>
    <Status xmlns="39208136-c58e-4e30-a1ea-e9b896dfd74b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75BED04A73EC04F8606832822A6508B" ma:contentTypeVersion="11" ma:contentTypeDescription="Create a new document." ma:contentTypeScope="" ma:versionID="3ede87957b835f638e51dd9dd4d1449d">
  <xsd:schema xmlns:xsd="http://www.w3.org/2001/XMLSchema" xmlns:xs="http://www.w3.org/2001/XMLSchema" xmlns:p="http://schemas.microsoft.com/office/2006/metadata/properties" xmlns:ns1="http://schemas.microsoft.com/sharepoint/v3" xmlns:ns2="39208136-c58e-4e30-a1ea-e9b896dfd74b" targetNamespace="http://schemas.microsoft.com/office/2006/metadata/properties" ma:root="true" ma:fieldsID="d7956be1e318c982bedba1a35c9f1493" ns1:_="" ns2:_="">
    <xsd:import namespace="http://schemas.microsoft.com/sharepoint/v3"/>
    <xsd:import namespace="39208136-c58e-4e30-a1ea-e9b896dfd74b"/>
    <xsd:element name="properties">
      <xsd:complexType>
        <xsd:sequence>
          <xsd:element name="documentManagement">
            <xsd:complexType>
              <xsd:all>
                <xsd:element ref="ns2:MediaServiceBillingMetadata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1:_ip_UnifiedCompliancePolicyProperties" minOccurs="0"/>
                <xsd:element ref="ns1:_ip_UnifiedCompliancePolicyUIAction" minOccurs="0"/>
                <xsd:element ref="ns2:Topic" minOccurs="0"/>
                <xsd:element ref="ns2:ProductName" minOccurs="0"/>
                <xsd:element ref="ns2:Audience" minOccurs="0"/>
                <xsd:element ref="ns2:LastUpdatedDate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2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3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9208136-c58e-4e30-a1ea-e9b896dfd74b" elementFormDefault="qualified">
    <xsd:import namespace="http://schemas.microsoft.com/office/2006/documentManagement/types"/>
    <xsd:import namespace="http://schemas.microsoft.com/office/infopath/2007/PartnerControls"/>
    <xsd:element name="MediaServiceBillingMetadata" ma:index="8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Topic" ma:index="14" nillable="true" ma:displayName="Topic" ma:format="Dropdown" ma:internalName="Topic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Product"/>
                    <xsd:enumeration value="Internal Announcement"/>
                    <xsd:enumeration value="Company Data"/>
                    <xsd:enumeration value="Brand Guidelines"/>
                  </xsd:restriction>
                </xsd:simpleType>
              </xsd:element>
            </xsd:sequence>
          </xsd:extension>
        </xsd:complexContent>
      </xsd:complexType>
    </xsd:element>
    <xsd:element name="ProductName" ma:index="15" nillable="true" ma:displayName="Product Name" ma:default="GitHub Copilot, GitHub Actions, GitHub Advanced Security, GitHub Enterprise Cloud, GHC, GHA, GHAS, GHEC" ma:format="Dropdown" ma:internalName="ProductName">
      <xsd:simpleType>
        <xsd:restriction base="dms:Text">
          <xsd:maxLength value="255"/>
        </xsd:restriction>
      </xsd:simpleType>
    </xsd:element>
    <xsd:element name="Audience" ma:index="16" nillable="true" ma:displayName="Audience" ma:format="Dropdown" ma:internalName="Audience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External"/>
                    <xsd:enumeration value="Internal"/>
                    <xsd:enumeration value="Customer"/>
                  </xsd:restriction>
                </xsd:simpleType>
              </xsd:element>
            </xsd:sequence>
          </xsd:extension>
        </xsd:complexContent>
      </xsd:complexType>
    </xsd:element>
    <xsd:element name="LastUpdatedDate" ma:index="17" nillable="true" ma:displayName="Last Updated Date" ma:format="DateOnly" ma:internalName="LastUpdatedDate">
      <xsd:simpleType>
        <xsd:restriction base="dms:DateTime"/>
      </xsd:simpleType>
    </xsd:element>
    <xsd:element name="Status" ma:index="18" nillable="true" ma:displayName="Status" ma:format="Dropdown" ma:internalName="Status">
      <xsd:simpleType>
        <xsd:restriction base="dms:Choice">
          <xsd:enumeration value="Draft"/>
          <xsd:enumeration value="Approved"/>
          <xsd:enumeration value="Outdated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B539F14-A8E4-4272-8072-DAD8D69DF4E5}">
  <ds:schemaRefs>
    <ds:schemaRef ds:uri="http://purl.org/dc/elements/1.1/"/>
    <ds:schemaRef ds:uri="http://purl.org/dc/dcmitype/"/>
    <ds:schemaRef ds:uri="http://schemas.microsoft.com/office/2006/documentManagement/types"/>
    <ds:schemaRef ds:uri="39208136-c58e-4e30-a1ea-e9b896dfd74b"/>
    <ds:schemaRef ds:uri="http://schemas.openxmlformats.org/package/2006/metadata/core-properties"/>
    <ds:schemaRef ds:uri="http://schemas.microsoft.com/office/2006/metadata/properties"/>
    <ds:schemaRef ds:uri="http://schemas.microsoft.com/sharepoint/v3"/>
    <ds:schemaRef ds:uri="http://purl.org/dc/terms/"/>
    <ds:schemaRef ds:uri="http://schemas.microsoft.com/office/infopath/2007/PartnerControl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6D6951A7-F0FD-40B9-9CCF-618617AD55D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39208136-c58e-4e30-a1ea-e9b896dfd74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B543426-3F68-4F40-8364-AB61CAE32945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GitHub Default Theme_dark version</Template>
  <TotalTime>2681</TotalTime>
  <Words>448</Words>
  <Application>Microsoft Macintosh PowerPoint</Application>
  <PresentationFormat>Custom</PresentationFormat>
  <Paragraphs>86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Mona-Sans</vt:lpstr>
      <vt:lpstr>Mona-Sans Regular</vt:lpstr>
      <vt:lpstr>Aptos</vt:lpstr>
      <vt:lpstr>Arial</vt:lpstr>
      <vt:lpstr>Mona Sans</vt:lpstr>
      <vt:lpstr>Mona Sans Display</vt:lpstr>
      <vt:lpstr>Mona Sans Display Medium</vt:lpstr>
      <vt:lpstr>Mona Sans Mono</vt:lpstr>
      <vt:lpstr>GitHub Default Theme_dark version</vt:lpstr>
      <vt:lpstr>PowerPoint Presentation</vt:lpstr>
      <vt:lpstr>Meet your AI pair programmer  and learn to build with it.</vt:lpstr>
      <vt:lpstr>PowerPoint Presentation</vt:lpstr>
      <vt:lpstr>Before you start</vt:lpstr>
      <vt:lpstr>Prerequisites &amp; setup</vt:lpstr>
      <vt:lpstr>The exercises</vt:lpstr>
      <vt:lpstr>Your workshop journey</vt:lpstr>
      <vt:lpstr>Setup &amp; Basics</vt:lpstr>
      <vt:lpstr>Comment-to-Code</vt:lpstr>
      <vt:lpstr>Code Completion</vt:lpstr>
      <vt:lpstr>Copilot Chat</vt:lpstr>
      <vt:lpstr>Real-World Project</vt:lpstr>
      <vt:lpstr>Agents, Skills &amp; MCP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Ambily Kavumkal Kamalasanan</dc:creator>
  <cp:keywords/>
  <dc:description/>
  <cp:lastModifiedBy>Abhi Singh</cp:lastModifiedBy>
  <cp:revision>69</cp:revision>
  <dcterms:created xsi:type="dcterms:W3CDTF">2026-05-18T06:43:08Z</dcterms:created>
  <dcterms:modified xsi:type="dcterms:W3CDTF">2026-07-09T14:08:22Z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0x010100575BED04A73EC04F8606832822A6508B</vt:lpwstr>
  </property>
</Properties>
</file>